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notesMasterIdLst>
    <p:notesMasterId r:id="rId12"/>
  </p:notesMasterIdLst>
  <p:sldIdLst>
    <p:sldId id="256" r:id="rId3"/>
    <p:sldId id="259" r:id="rId4"/>
    <p:sldId id="257" r:id="rId5"/>
    <p:sldId id="266" r:id="rId6"/>
    <p:sldId id="264" r:id="rId7"/>
    <p:sldId id="267" r:id="rId8"/>
    <p:sldId id="265" r:id="rId9"/>
    <p:sldId id="268" r:id="rId10"/>
    <p:sldId id="269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0813F-CD39-4157-957A-8EBCF693F17F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CFD02-AABA-4D98-85C7-D45F11A709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22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5CFD02-AABA-4D98-85C7-D45F11A7097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64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office.msn.com.cn/Template/Home.shtml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5675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46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09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086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50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38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3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16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84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915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329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6242" y="638449"/>
            <a:ext cx="2114550" cy="7610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r>
              <a:rPr lang="zh-CN" altLang="en-US" dirty="0" smtClean="0"/>
              <a:t>单击此处添加标题</a:t>
            </a:r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91807" y="482950"/>
            <a:ext cx="474436" cy="643235"/>
            <a:chOff x="628650" y="640896"/>
            <a:chExt cx="1292679" cy="1314450"/>
          </a:xfrm>
        </p:grpSpPr>
        <p:sp>
          <p:nvSpPr>
            <p:cNvPr id="8" name="矩形 7"/>
            <p:cNvSpPr/>
            <p:nvPr/>
          </p:nvSpPr>
          <p:spPr>
            <a:xfrm>
              <a:off x="628650" y="640896"/>
              <a:ext cx="438150" cy="4381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043668" y="640896"/>
              <a:ext cx="438150" cy="438150"/>
            </a:xfrm>
            <a:prstGeom prst="rect">
              <a:avLst/>
            </a:prstGeom>
            <a:solidFill>
              <a:srgbClr val="0549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483179" y="640896"/>
              <a:ext cx="438150" cy="438150"/>
            </a:xfrm>
            <a:prstGeom prst="rect">
              <a:avLst/>
            </a:prstGeom>
            <a:solidFill>
              <a:srgbClr val="076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28650" y="1079046"/>
              <a:ext cx="438150" cy="43815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28650" y="1517196"/>
              <a:ext cx="438150" cy="4381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043668" y="1079046"/>
              <a:ext cx="438150" cy="4381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4861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4310743" y="0"/>
            <a:ext cx="4833257" cy="6858000"/>
          </a:xfrm>
          <a:prstGeom prst="rect">
            <a:avLst/>
          </a:prstGeom>
          <a:blipFill rotWithShape="1">
            <a:blip r:embed="rId2"/>
            <a:srcRect/>
            <a:stretch>
              <a:fillRect l="-13235" r="-25449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310743" y="1"/>
            <a:ext cx="1289957" cy="17199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4310743" y="1719944"/>
            <a:ext cx="1289957" cy="1719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4310743" y="3429000"/>
            <a:ext cx="1289957" cy="1719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310743" y="5132615"/>
            <a:ext cx="1289957" cy="1719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5600701" y="1"/>
            <a:ext cx="1289957" cy="1719943"/>
          </a:xfrm>
          <a:prstGeom prst="rect">
            <a:avLst/>
          </a:prstGeom>
          <a:solidFill>
            <a:srgbClr val="065D8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5600701" y="1714501"/>
            <a:ext cx="1289957" cy="1719943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6890658" y="1714501"/>
            <a:ext cx="1289957" cy="1719943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5600701" y="3429000"/>
            <a:ext cx="1289957" cy="1719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6902904" y="1"/>
            <a:ext cx="1289957" cy="1719943"/>
          </a:xfrm>
          <a:prstGeom prst="rect">
            <a:avLst/>
          </a:prstGeom>
          <a:solidFill>
            <a:schemeClr val="bg1">
              <a:lumMod val="8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4622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" y="0"/>
            <a:ext cx="4833257" cy="6858000"/>
          </a:xfrm>
          <a:prstGeom prst="rect">
            <a:avLst/>
          </a:prstGeom>
          <a:blipFill rotWithShape="1">
            <a:blip r:embed="rId2"/>
            <a:srcRect/>
            <a:stretch>
              <a:fillRect l="-13235" r="-25449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2241097" y="1"/>
            <a:ext cx="1289957" cy="1719943"/>
          </a:xfrm>
          <a:prstGeom prst="rect">
            <a:avLst/>
          </a:prstGeom>
          <a:solidFill>
            <a:srgbClr val="065D8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2241097" y="1714501"/>
            <a:ext cx="1289957" cy="1719943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3531055" y="1714501"/>
            <a:ext cx="1289957" cy="1719943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549424" y="3429000"/>
            <a:ext cx="1289957" cy="1719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543301" y="1"/>
            <a:ext cx="1289957" cy="1719943"/>
          </a:xfrm>
          <a:prstGeom prst="rect">
            <a:avLst/>
          </a:prstGeom>
          <a:solidFill>
            <a:schemeClr val="bg1">
              <a:lumMod val="8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871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7747026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890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5357812" y="0"/>
            <a:ext cx="3786188" cy="6858000"/>
          </a:xfrm>
          <a:prstGeom prst="rect">
            <a:avLst/>
          </a:prstGeom>
          <a:blipFill rotWithShape="1">
            <a:blip r:embed="rId2"/>
            <a:srcRect/>
            <a:stretch>
              <a:fillRect l="-44549" r="-32487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5340520" y="0"/>
            <a:ext cx="3803480" cy="6858000"/>
          </a:xfrm>
          <a:prstGeom prst="rect">
            <a:avLst/>
          </a:prstGeom>
          <a:solidFill>
            <a:srgbClr val="0549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80286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 flipH="1">
            <a:off x="1" y="-1"/>
            <a:ext cx="3902528" cy="6881051"/>
            <a:chOff x="6988629" y="-1"/>
            <a:chExt cx="5203371" cy="6881051"/>
          </a:xfrm>
        </p:grpSpPr>
        <p:sp>
          <p:nvSpPr>
            <p:cNvPr id="6" name="矩形 5"/>
            <p:cNvSpPr/>
            <p:nvPr userDrawn="1"/>
          </p:nvSpPr>
          <p:spPr>
            <a:xfrm>
              <a:off x="7010400" y="0"/>
              <a:ext cx="5181600" cy="6881050"/>
            </a:xfrm>
            <a:prstGeom prst="rect">
              <a:avLst/>
            </a:prstGeom>
            <a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9050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矩形 6"/>
            <p:cNvSpPr/>
            <p:nvPr userDrawn="1"/>
          </p:nvSpPr>
          <p:spPr>
            <a:xfrm>
              <a:off x="7010400" y="0"/>
              <a:ext cx="1719943" cy="1719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8730343" y="1736365"/>
              <a:ext cx="1719943" cy="1719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730343" y="-1"/>
              <a:ext cx="1719943" cy="1719943"/>
            </a:xfrm>
            <a:prstGeom prst="rect">
              <a:avLst/>
            </a:prstGeom>
            <a:solidFill>
              <a:srgbClr val="00B0F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6988629" y="1736365"/>
              <a:ext cx="1719943" cy="1719943"/>
            </a:xfrm>
            <a:prstGeom prst="rect">
              <a:avLst/>
            </a:prstGeom>
            <a:solidFill>
              <a:srgbClr val="065D88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7013121" y="3440524"/>
              <a:ext cx="1719943" cy="171994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8730342" y="5157839"/>
              <a:ext cx="1719943" cy="1719943"/>
            </a:xfrm>
            <a:prstGeom prst="rect">
              <a:avLst/>
            </a:prstGeom>
            <a:solidFill>
              <a:srgbClr val="05496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7010400" y="5157839"/>
              <a:ext cx="1719943" cy="17199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6884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330453" y="75987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2143256" y="841948"/>
            <a:ext cx="105150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296289" y="841948"/>
            <a:ext cx="279559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Calibri</a:t>
            </a: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互联网是一个开放共享的平台</a:t>
            </a: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Office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PLUS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部分设计灵感与元素来源于网络</a:t>
            </a:r>
          </a:p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如有建议请联系officeplus@microsoft.com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30452" y="182445"/>
            <a:ext cx="6575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180973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hlinkClick r:id="rId2"/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24" y="2521042"/>
            <a:ext cx="2383427" cy="41858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3206792" y="3740752"/>
            <a:ext cx="2486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点击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Logo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微软雅黑"/>
                <a:cs typeface="+mn-cs"/>
              </a:rPr>
              <a:t>获取更多优质模板（放映模式）</a:t>
            </a:r>
          </a:p>
        </p:txBody>
      </p:sp>
    </p:spTree>
    <p:extLst>
      <p:ext uri="{BB962C8B-B14F-4D97-AF65-F5344CB8AC3E}">
        <p14:creationId xmlns:p14="http://schemas.microsoft.com/office/powerpoint/2010/main" val="309482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8EDAE-9A1A-477A-80C8-A94419AFFFFE}" type="datetimeFigureOut">
              <a:rPr lang="zh-TW" altLang="en-US" smtClean="0"/>
              <a:t>2018/6/20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6BC2D-C47F-4005-B329-68337627231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33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2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智能浴室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報告人</a:t>
            </a:r>
            <a:r>
              <a:rPr lang="zh-TW" altLang="en-US" dirty="0" smtClean="0"/>
              <a:t>：</a:t>
            </a:r>
            <a:r>
              <a:rPr lang="zh-CN" altLang="en-US" dirty="0" smtClean="0"/>
              <a:t>謝忱 嚴聲揚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181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研究方向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4139" y="304800"/>
            <a:ext cx="8511809" cy="6188766"/>
          </a:xfrm>
          <a:solidFill>
            <a:schemeClr val="accent1"/>
          </a:solidFill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軟體：</a:t>
            </a:r>
            <a:r>
              <a:rPr lang="en-US" altLang="zh-CN" dirty="0" smtClean="0">
                <a:solidFill>
                  <a:schemeClr val="bg1"/>
                </a:solidFill>
              </a:rPr>
              <a:t>Python + Google Speech API + Google Assistant </a:t>
            </a:r>
          </a:p>
          <a:p>
            <a:pPr lvl="1"/>
            <a:r>
              <a:rPr lang="en-US" altLang="zh-TW" dirty="0" smtClean="0">
                <a:solidFill>
                  <a:schemeClr val="bg1"/>
                </a:solidFill>
              </a:rPr>
              <a:t> </a:t>
            </a:r>
            <a:endParaRPr lang="en-US" altLang="zh-TW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硬體：</a:t>
            </a:r>
            <a:r>
              <a:rPr lang="zh-CN" altLang="en-US" dirty="0">
                <a:solidFill>
                  <a:schemeClr val="bg1"/>
                </a:solidFill>
              </a:rPr>
              <a:t>樹莓</a:t>
            </a:r>
            <a:r>
              <a:rPr lang="zh-CN" altLang="en-US" dirty="0" smtClean="0">
                <a:solidFill>
                  <a:schemeClr val="bg1"/>
                </a:solidFill>
              </a:rPr>
              <a:t>派</a:t>
            </a:r>
            <a:r>
              <a:rPr lang="en-US" altLang="zh-CN" dirty="0" smtClean="0">
                <a:solidFill>
                  <a:schemeClr val="bg1"/>
                </a:solidFill>
              </a:rPr>
              <a:t>3 + </a:t>
            </a:r>
            <a:r>
              <a:rPr lang="zh-TW" altLang="en-US" dirty="0" smtClean="0">
                <a:solidFill>
                  <a:schemeClr val="bg1"/>
                </a:solidFill>
              </a:rPr>
              <a:t>樹</a:t>
            </a:r>
            <a:r>
              <a:rPr lang="zh-TW" altLang="en-US" dirty="0">
                <a:solidFill>
                  <a:schemeClr val="bg1"/>
                </a:solidFill>
              </a:rPr>
              <a:t>莓派 </a:t>
            </a:r>
            <a:r>
              <a:rPr lang="en-US" altLang="zh-TW" dirty="0" smtClean="0">
                <a:solidFill>
                  <a:schemeClr val="bg1"/>
                </a:solidFill>
              </a:rPr>
              <a:t>Z</a:t>
            </a:r>
            <a:r>
              <a:rPr lang="en-US" altLang="zh-CN" dirty="0" smtClean="0">
                <a:solidFill>
                  <a:schemeClr val="bg1"/>
                </a:solidFill>
              </a:rPr>
              <a:t>ero W + JUSTBOOM + </a:t>
            </a:r>
            <a:r>
              <a:rPr lang="zh-CN" altLang="en-US" dirty="0" smtClean="0">
                <a:solidFill>
                  <a:schemeClr val="bg1"/>
                </a:solidFill>
              </a:rPr>
              <a:t>繼電器 </a:t>
            </a:r>
            <a:r>
              <a:rPr lang="en-US" altLang="zh-CN" dirty="0" smtClean="0">
                <a:solidFill>
                  <a:schemeClr val="bg1"/>
                </a:solidFill>
              </a:rPr>
              <a:t>+ LED</a:t>
            </a:r>
            <a:r>
              <a:rPr lang="zh-CN" altLang="en-US" dirty="0" smtClean="0">
                <a:solidFill>
                  <a:schemeClr val="bg1"/>
                </a:solidFill>
              </a:rPr>
              <a:t>燈泡 </a:t>
            </a:r>
            <a:r>
              <a:rPr lang="en-US" altLang="zh-CN" dirty="0" smtClean="0">
                <a:solidFill>
                  <a:schemeClr val="bg1"/>
                </a:solidFill>
              </a:rPr>
              <a:t>+ </a:t>
            </a:r>
            <a:r>
              <a:rPr lang="zh-CN" altLang="en-US" dirty="0" smtClean="0">
                <a:solidFill>
                  <a:schemeClr val="bg1"/>
                </a:solidFill>
              </a:rPr>
              <a:t>風扇 </a:t>
            </a:r>
            <a:r>
              <a:rPr lang="en-US" altLang="zh-CN" dirty="0" smtClean="0">
                <a:solidFill>
                  <a:schemeClr val="bg1"/>
                </a:solidFill>
              </a:rPr>
              <a:t>+ PI CAMERA + </a:t>
            </a:r>
            <a:r>
              <a:rPr lang="zh-CN" altLang="en-US" dirty="0" smtClean="0">
                <a:solidFill>
                  <a:schemeClr val="bg1"/>
                </a:solidFill>
              </a:rPr>
              <a:t>音響 </a:t>
            </a:r>
            <a:r>
              <a:rPr lang="en-US" altLang="zh-CN" dirty="0">
                <a:solidFill>
                  <a:schemeClr val="bg1"/>
                </a:solidFill>
              </a:rPr>
              <a:t>+ VOICE kit AIY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en-US" altLang="zh-TW" dirty="0">
              <a:solidFill>
                <a:schemeClr val="bg1"/>
              </a:solidFill>
            </a:endParaRPr>
          </a:p>
          <a:p>
            <a:endParaRPr lang="en-US" altLang="zh-TW" dirty="0" smtClean="0">
              <a:solidFill>
                <a:schemeClr val="bg1"/>
              </a:solidFill>
            </a:endParaRPr>
          </a:p>
          <a:p>
            <a:pPr lvl="1"/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47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開發背景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9791" y="958089"/>
            <a:ext cx="4091410" cy="5248622"/>
          </a:xfrm>
        </p:spPr>
        <p:txBody>
          <a:bodyPr/>
          <a:lstStyle/>
          <a:p>
            <a:r>
              <a:rPr lang="zh-CN" altLang="en-US" sz="2000" dirty="0" smtClean="0">
                <a:sym typeface="Wingdings" panose="05000000000000000000" pitchFamily="2" charset="2"/>
              </a:rPr>
              <a:t>人性化體驗</a:t>
            </a:r>
            <a:r>
              <a:rPr lang="en-US" altLang="zh-CN" sz="2000" dirty="0" smtClean="0">
                <a:sym typeface="Wingdings" panose="05000000000000000000" pitchFamily="2" charset="2"/>
              </a:rPr>
              <a:t>-</a:t>
            </a:r>
            <a:r>
              <a:rPr lang="zh-CN" altLang="en-US" sz="2000" dirty="0" smtClean="0">
                <a:sym typeface="Wingdings" panose="05000000000000000000" pitchFamily="2" charset="2"/>
              </a:rPr>
              <a:t>聲音控制 解放雙手</a:t>
            </a:r>
            <a:endParaRPr lang="en-US" altLang="zh-CN" sz="2000" dirty="0" smtClean="0">
              <a:sym typeface="Wingdings" panose="05000000000000000000" pitchFamily="2" charset="2"/>
            </a:endParaRPr>
          </a:p>
          <a:p>
            <a:endParaRPr lang="en-US" altLang="zh-CN" sz="2000" dirty="0" smtClean="0">
              <a:sym typeface="Wingdings" panose="05000000000000000000" pitchFamily="2" charset="2"/>
            </a:endParaRPr>
          </a:p>
          <a:p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智能家居互聯</a:t>
            </a:r>
            <a:endParaRPr lang="en-US" altLang="zh-CN" sz="2000" dirty="0" smtClean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遠端控制</a:t>
            </a:r>
            <a:endParaRPr lang="en-US" altLang="zh-CN" sz="2000" dirty="0" smtClean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TW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0147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78" y="831573"/>
            <a:ext cx="7777370" cy="518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4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開發背景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9791" y="958089"/>
            <a:ext cx="4091410" cy="5248622"/>
          </a:xfrm>
        </p:spPr>
        <p:txBody>
          <a:bodyPr/>
          <a:lstStyle/>
          <a:p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人性化體驗</a:t>
            </a:r>
            <a:r>
              <a:rPr lang="en-US" altLang="zh-CN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-</a:t>
            </a:r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聲音控制 解放雙手</a:t>
            </a:r>
            <a:endParaRPr lang="en-US" altLang="zh-CN" sz="2000" dirty="0" smtClean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endParaRPr lang="en-US" altLang="zh-CN" sz="2000" dirty="0" smtClean="0">
              <a:sym typeface="Wingdings" panose="05000000000000000000" pitchFamily="2" charset="2"/>
            </a:endParaRPr>
          </a:p>
          <a:p>
            <a:r>
              <a:rPr lang="zh-CN" altLang="en-US" sz="2000" dirty="0" smtClean="0">
                <a:sym typeface="Wingdings" panose="05000000000000000000" pitchFamily="2" charset="2"/>
              </a:rPr>
              <a:t>智能家居互聯</a:t>
            </a:r>
            <a:endParaRPr lang="en-US" altLang="zh-CN" sz="2000" dirty="0" smtClean="0">
              <a:sym typeface="Wingdings" panose="05000000000000000000" pitchFamily="2" charset="2"/>
            </a:endParaRPr>
          </a:p>
          <a:p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遠端控制</a:t>
            </a:r>
            <a:endParaRPr lang="en-US" altLang="zh-CN" sz="2000" dirty="0" smtClean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TW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7224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31" y="997225"/>
            <a:ext cx="7780476" cy="497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0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開發背景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9791" y="958089"/>
            <a:ext cx="4091410" cy="5248622"/>
          </a:xfrm>
        </p:spPr>
        <p:txBody>
          <a:bodyPr/>
          <a:lstStyle/>
          <a:p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人性化體驗</a:t>
            </a:r>
            <a:r>
              <a:rPr lang="en-US" altLang="zh-CN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-</a:t>
            </a:r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聲音控制 解放雙手</a:t>
            </a:r>
            <a:endParaRPr lang="en-US" altLang="zh-CN" sz="2000" dirty="0" smtClean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endParaRPr lang="en-US" altLang="zh-CN" sz="2000" dirty="0" smtClean="0">
              <a:sym typeface="Wingdings" panose="05000000000000000000" pitchFamily="2" charset="2"/>
            </a:endParaRPr>
          </a:p>
          <a:p>
            <a:r>
              <a:rPr lang="zh-CN" altLang="en-US" sz="2000" dirty="0" smtClean="0">
                <a:solidFill>
                  <a:schemeClr val="bg2"/>
                </a:solidFill>
                <a:sym typeface="Wingdings" panose="05000000000000000000" pitchFamily="2" charset="2"/>
              </a:rPr>
              <a:t>智能家居互聯</a:t>
            </a:r>
            <a:endParaRPr lang="en-US" altLang="zh-CN" sz="2000" dirty="0" smtClean="0">
              <a:solidFill>
                <a:schemeClr val="bg2"/>
              </a:solidFill>
              <a:sym typeface="Wingdings" panose="05000000000000000000" pitchFamily="2" charset="2"/>
            </a:endParaRPr>
          </a:p>
          <a:p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zh-CN" altLang="en-US" sz="2000" dirty="0" smtClean="0">
                <a:sym typeface="Wingdings" panose="05000000000000000000" pitchFamily="2" charset="2"/>
              </a:rPr>
              <a:t>遠端控制</a:t>
            </a:r>
            <a:endParaRPr lang="en-US" altLang="zh-CN" sz="2000" dirty="0" smtClean="0"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CN" dirty="0" smtClean="0">
              <a:sym typeface="Wingdings" panose="05000000000000000000" pitchFamily="2" charset="2"/>
            </a:endParaRPr>
          </a:p>
          <a:p>
            <a:endParaRPr lang="en-US" altLang="zh-TW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7464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27" y="1441824"/>
            <a:ext cx="8188655" cy="389217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12" y="3857051"/>
            <a:ext cx="5803110" cy="29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8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954620" y="2457664"/>
            <a:ext cx="5137383" cy="2545895"/>
            <a:chOff x="2827112" y="2021289"/>
            <a:chExt cx="8649152" cy="4286193"/>
          </a:xfrm>
          <a:solidFill>
            <a:srgbClr val="05496B"/>
          </a:solidFill>
        </p:grpSpPr>
        <p:sp>
          <p:nvSpPr>
            <p:cNvPr id="3" name="Freeform 240"/>
            <p:cNvSpPr>
              <a:spLocks/>
            </p:cNvSpPr>
            <p:nvPr/>
          </p:nvSpPr>
          <p:spPr bwMode="auto">
            <a:xfrm>
              <a:off x="5620600" y="2733522"/>
              <a:ext cx="262290" cy="388103"/>
            </a:xfrm>
            <a:custGeom>
              <a:avLst/>
              <a:gdLst>
                <a:gd name="T0" fmla="*/ 123 w 123"/>
                <a:gd name="T1" fmla="*/ 182 h 182"/>
                <a:gd name="T2" fmla="*/ 0 w 123"/>
                <a:gd name="T3" fmla="*/ 66 h 182"/>
                <a:gd name="T4" fmla="*/ 121 w 123"/>
                <a:gd name="T5" fmla="*/ 0 h 182"/>
                <a:gd name="T6" fmla="*/ 123 w 123"/>
                <a:gd name="T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182">
                  <a:moveTo>
                    <a:pt x="123" y="182"/>
                  </a:moveTo>
                  <a:lnTo>
                    <a:pt x="0" y="66"/>
                  </a:lnTo>
                  <a:lnTo>
                    <a:pt x="121" y="0"/>
                  </a:lnTo>
                  <a:lnTo>
                    <a:pt x="123" y="18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" name="Freeform 241"/>
            <p:cNvSpPr>
              <a:spLocks/>
            </p:cNvSpPr>
            <p:nvPr/>
          </p:nvSpPr>
          <p:spPr bwMode="auto">
            <a:xfrm>
              <a:off x="5878626" y="2733522"/>
              <a:ext cx="247362" cy="388103"/>
            </a:xfrm>
            <a:custGeom>
              <a:avLst/>
              <a:gdLst>
                <a:gd name="T0" fmla="*/ 2 w 116"/>
                <a:gd name="T1" fmla="*/ 182 h 182"/>
                <a:gd name="T2" fmla="*/ 0 w 116"/>
                <a:gd name="T3" fmla="*/ 0 h 182"/>
                <a:gd name="T4" fmla="*/ 116 w 116"/>
                <a:gd name="T5" fmla="*/ 47 h 182"/>
                <a:gd name="T6" fmla="*/ 2 w 116"/>
                <a:gd name="T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82">
                  <a:moveTo>
                    <a:pt x="2" y="182"/>
                  </a:moveTo>
                  <a:lnTo>
                    <a:pt x="0" y="0"/>
                  </a:lnTo>
                  <a:lnTo>
                    <a:pt x="116" y="47"/>
                  </a:lnTo>
                  <a:lnTo>
                    <a:pt x="2" y="18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" name="Freeform 242"/>
            <p:cNvSpPr>
              <a:spLocks/>
            </p:cNvSpPr>
            <p:nvPr/>
          </p:nvSpPr>
          <p:spPr bwMode="auto">
            <a:xfrm>
              <a:off x="5878626" y="2390200"/>
              <a:ext cx="332660" cy="343323"/>
            </a:xfrm>
            <a:custGeom>
              <a:avLst/>
              <a:gdLst>
                <a:gd name="T0" fmla="*/ 11 w 156"/>
                <a:gd name="T1" fmla="*/ 0 h 161"/>
                <a:gd name="T2" fmla="*/ 0 w 156"/>
                <a:gd name="T3" fmla="*/ 161 h 161"/>
                <a:gd name="T4" fmla="*/ 156 w 156"/>
                <a:gd name="T5" fmla="*/ 94 h 161"/>
                <a:gd name="T6" fmla="*/ 11 w 156"/>
                <a:gd name="T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61">
                  <a:moveTo>
                    <a:pt x="11" y="0"/>
                  </a:moveTo>
                  <a:lnTo>
                    <a:pt x="0" y="161"/>
                  </a:lnTo>
                  <a:lnTo>
                    <a:pt x="156" y="94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" name="Freeform 243"/>
            <p:cNvSpPr>
              <a:spLocks/>
            </p:cNvSpPr>
            <p:nvPr/>
          </p:nvSpPr>
          <p:spPr bwMode="auto">
            <a:xfrm>
              <a:off x="5590746" y="2560794"/>
              <a:ext cx="287879" cy="313469"/>
            </a:xfrm>
            <a:custGeom>
              <a:avLst/>
              <a:gdLst>
                <a:gd name="T0" fmla="*/ 0 w 135"/>
                <a:gd name="T1" fmla="*/ 0 h 147"/>
                <a:gd name="T2" fmla="*/ 14 w 135"/>
                <a:gd name="T3" fmla="*/ 147 h 147"/>
                <a:gd name="T4" fmla="*/ 135 w 135"/>
                <a:gd name="T5" fmla="*/ 81 h 147"/>
                <a:gd name="T6" fmla="*/ 0 w 135"/>
                <a:gd name="T7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47">
                  <a:moveTo>
                    <a:pt x="0" y="0"/>
                  </a:moveTo>
                  <a:lnTo>
                    <a:pt x="14" y="147"/>
                  </a:lnTo>
                  <a:lnTo>
                    <a:pt x="135" y="8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" name="Freeform 244"/>
            <p:cNvSpPr>
              <a:spLocks/>
            </p:cNvSpPr>
            <p:nvPr/>
          </p:nvSpPr>
          <p:spPr bwMode="auto">
            <a:xfrm>
              <a:off x="5590746" y="2390200"/>
              <a:ext cx="311335" cy="343323"/>
            </a:xfrm>
            <a:custGeom>
              <a:avLst/>
              <a:gdLst>
                <a:gd name="T0" fmla="*/ 146 w 146"/>
                <a:gd name="T1" fmla="*/ 0 h 161"/>
                <a:gd name="T2" fmla="*/ 0 w 146"/>
                <a:gd name="T3" fmla="*/ 80 h 161"/>
                <a:gd name="T4" fmla="*/ 135 w 146"/>
                <a:gd name="T5" fmla="*/ 161 h 161"/>
                <a:gd name="T6" fmla="*/ 146 w 146"/>
                <a:gd name="T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" h="161">
                  <a:moveTo>
                    <a:pt x="146" y="0"/>
                  </a:moveTo>
                  <a:lnTo>
                    <a:pt x="0" y="80"/>
                  </a:lnTo>
                  <a:lnTo>
                    <a:pt x="135" y="161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" name="Freeform 245"/>
            <p:cNvSpPr>
              <a:spLocks/>
            </p:cNvSpPr>
            <p:nvPr/>
          </p:nvSpPr>
          <p:spPr bwMode="auto">
            <a:xfrm>
              <a:off x="5878626" y="2590648"/>
              <a:ext cx="332660" cy="243098"/>
            </a:xfrm>
            <a:custGeom>
              <a:avLst/>
              <a:gdLst>
                <a:gd name="T0" fmla="*/ 156 w 156"/>
                <a:gd name="T1" fmla="*/ 0 h 114"/>
                <a:gd name="T2" fmla="*/ 116 w 156"/>
                <a:gd name="T3" fmla="*/ 114 h 114"/>
                <a:gd name="T4" fmla="*/ 0 w 156"/>
                <a:gd name="T5" fmla="*/ 67 h 114"/>
                <a:gd name="T6" fmla="*/ 156 w 156"/>
                <a:gd name="T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14">
                  <a:moveTo>
                    <a:pt x="156" y="0"/>
                  </a:moveTo>
                  <a:lnTo>
                    <a:pt x="116" y="114"/>
                  </a:lnTo>
                  <a:lnTo>
                    <a:pt x="0" y="67"/>
                  </a:lnTo>
                  <a:lnTo>
                    <a:pt x="15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" name="Freeform 246"/>
            <p:cNvSpPr>
              <a:spLocks/>
            </p:cNvSpPr>
            <p:nvPr/>
          </p:nvSpPr>
          <p:spPr bwMode="auto">
            <a:xfrm>
              <a:off x="5902082" y="2257989"/>
              <a:ext cx="353984" cy="332660"/>
            </a:xfrm>
            <a:custGeom>
              <a:avLst/>
              <a:gdLst>
                <a:gd name="T0" fmla="*/ 0 w 166"/>
                <a:gd name="T1" fmla="*/ 62 h 156"/>
                <a:gd name="T2" fmla="*/ 166 w 166"/>
                <a:gd name="T3" fmla="*/ 0 h 156"/>
                <a:gd name="T4" fmla="*/ 145 w 166"/>
                <a:gd name="T5" fmla="*/ 156 h 156"/>
                <a:gd name="T6" fmla="*/ 0 w 166"/>
                <a:gd name="T7" fmla="*/ 6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156">
                  <a:moveTo>
                    <a:pt x="0" y="62"/>
                  </a:moveTo>
                  <a:lnTo>
                    <a:pt x="166" y="0"/>
                  </a:lnTo>
                  <a:lnTo>
                    <a:pt x="145" y="156"/>
                  </a:lnTo>
                  <a:lnTo>
                    <a:pt x="0" y="6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" name="Freeform 247"/>
            <p:cNvSpPr>
              <a:spLocks/>
            </p:cNvSpPr>
            <p:nvPr/>
          </p:nvSpPr>
          <p:spPr bwMode="auto">
            <a:xfrm>
              <a:off x="5590746" y="2095924"/>
              <a:ext cx="311335" cy="464871"/>
            </a:xfrm>
            <a:custGeom>
              <a:avLst/>
              <a:gdLst>
                <a:gd name="T0" fmla="*/ 0 w 146"/>
                <a:gd name="T1" fmla="*/ 218 h 218"/>
                <a:gd name="T2" fmla="*/ 66 w 146"/>
                <a:gd name="T3" fmla="*/ 0 h 218"/>
                <a:gd name="T4" fmla="*/ 146 w 146"/>
                <a:gd name="T5" fmla="*/ 138 h 218"/>
                <a:gd name="T6" fmla="*/ 0 w 146"/>
                <a:gd name="T7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" h="218">
                  <a:moveTo>
                    <a:pt x="0" y="218"/>
                  </a:moveTo>
                  <a:lnTo>
                    <a:pt x="66" y="0"/>
                  </a:lnTo>
                  <a:lnTo>
                    <a:pt x="146" y="138"/>
                  </a:lnTo>
                  <a:lnTo>
                    <a:pt x="0" y="21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" name="Freeform 248"/>
            <p:cNvSpPr>
              <a:spLocks/>
            </p:cNvSpPr>
            <p:nvPr/>
          </p:nvSpPr>
          <p:spPr bwMode="auto">
            <a:xfrm>
              <a:off x="5902082" y="2021289"/>
              <a:ext cx="353984" cy="368912"/>
            </a:xfrm>
            <a:custGeom>
              <a:avLst/>
              <a:gdLst>
                <a:gd name="T0" fmla="*/ 67 w 166"/>
                <a:gd name="T1" fmla="*/ 0 h 173"/>
                <a:gd name="T2" fmla="*/ 0 w 166"/>
                <a:gd name="T3" fmla="*/ 173 h 173"/>
                <a:gd name="T4" fmla="*/ 166 w 166"/>
                <a:gd name="T5" fmla="*/ 111 h 173"/>
                <a:gd name="T6" fmla="*/ 67 w 166"/>
                <a:gd name="T7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173">
                  <a:moveTo>
                    <a:pt x="67" y="0"/>
                  </a:moveTo>
                  <a:lnTo>
                    <a:pt x="0" y="173"/>
                  </a:lnTo>
                  <a:lnTo>
                    <a:pt x="166" y="111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" name="Freeform 249"/>
            <p:cNvSpPr>
              <a:spLocks/>
            </p:cNvSpPr>
            <p:nvPr/>
          </p:nvSpPr>
          <p:spPr bwMode="auto">
            <a:xfrm>
              <a:off x="5731487" y="2021289"/>
              <a:ext cx="313468" cy="368912"/>
            </a:xfrm>
            <a:custGeom>
              <a:avLst/>
              <a:gdLst>
                <a:gd name="T0" fmla="*/ 0 w 147"/>
                <a:gd name="T1" fmla="*/ 35 h 173"/>
                <a:gd name="T2" fmla="*/ 80 w 147"/>
                <a:gd name="T3" fmla="*/ 173 h 173"/>
                <a:gd name="T4" fmla="*/ 147 w 147"/>
                <a:gd name="T5" fmla="*/ 0 h 173"/>
                <a:gd name="T6" fmla="*/ 0 w 147"/>
                <a:gd name="T7" fmla="*/ 35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7" h="173">
                  <a:moveTo>
                    <a:pt x="0" y="35"/>
                  </a:moveTo>
                  <a:lnTo>
                    <a:pt x="80" y="173"/>
                  </a:lnTo>
                  <a:lnTo>
                    <a:pt x="147" y="0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" name="Freeform 250"/>
            <p:cNvSpPr>
              <a:spLocks/>
            </p:cNvSpPr>
            <p:nvPr/>
          </p:nvSpPr>
          <p:spPr bwMode="auto">
            <a:xfrm>
              <a:off x="6125988" y="2590648"/>
              <a:ext cx="251627" cy="243098"/>
            </a:xfrm>
            <a:custGeom>
              <a:avLst/>
              <a:gdLst>
                <a:gd name="T0" fmla="*/ 0 w 118"/>
                <a:gd name="T1" fmla="*/ 114 h 114"/>
                <a:gd name="T2" fmla="*/ 118 w 118"/>
                <a:gd name="T3" fmla="*/ 67 h 114"/>
                <a:gd name="T4" fmla="*/ 40 w 118"/>
                <a:gd name="T5" fmla="*/ 0 h 114"/>
                <a:gd name="T6" fmla="*/ 0 w 118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" h="114">
                  <a:moveTo>
                    <a:pt x="0" y="114"/>
                  </a:moveTo>
                  <a:lnTo>
                    <a:pt x="118" y="67"/>
                  </a:lnTo>
                  <a:lnTo>
                    <a:pt x="40" y="0"/>
                  </a:lnTo>
                  <a:lnTo>
                    <a:pt x="0" y="11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" name="Freeform 251"/>
            <p:cNvSpPr>
              <a:spLocks/>
            </p:cNvSpPr>
            <p:nvPr/>
          </p:nvSpPr>
          <p:spPr bwMode="auto">
            <a:xfrm>
              <a:off x="6211285" y="2257989"/>
              <a:ext cx="302806" cy="332660"/>
            </a:xfrm>
            <a:custGeom>
              <a:avLst/>
              <a:gdLst>
                <a:gd name="T0" fmla="*/ 21 w 142"/>
                <a:gd name="T1" fmla="*/ 0 h 156"/>
                <a:gd name="T2" fmla="*/ 142 w 142"/>
                <a:gd name="T3" fmla="*/ 62 h 156"/>
                <a:gd name="T4" fmla="*/ 0 w 142"/>
                <a:gd name="T5" fmla="*/ 156 h 156"/>
                <a:gd name="T6" fmla="*/ 21 w 142"/>
                <a:gd name="T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56">
                  <a:moveTo>
                    <a:pt x="21" y="0"/>
                  </a:moveTo>
                  <a:lnTo>
                    <a:pt x="142" y="62"/>
                  </a:lnTo>
                  <a:lnTo>
                    <a:pt x="0" y="156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Freeform 252"/>
            <p:cNvSpPr>
              <a:spLocks/>
            </p:cNvSpPr>
            <p:nvPr/>
          </p:nvSpPr>
          <p:spPr bwMode="auto">
            <a:xfrm>
              <a:off x="6211285" y="2390200"/>
              <a:ext cx="302806" cy="343323"/>
            </a:xfrm>
            <a:custGeom>
              <a:avLst/>
              <a:gdLst>
                <a:gd name="T0" fmla="*/ 78 w 142"/>
                <a:gd name="T1" fmla="*/ 161 h 161"/>
                <a:gd name="T2" fmla="*/ 142 w 142"/>
                <a:gd name="T3" fmla="*/ 0 h 161"/>
                <a:gd name="T4" fmla="*/ 0 w 142"/>
                <a:gd name="T5" fmla="*/ 94 h 161"/>
                <a:gd name="T6" fmla="*/ 78 w 142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61">
                  <a:moveTo>
                    <a:pt x="78" y="161"/>
                  </a:moveTo>
                  <a:lnTo>
                    <a:pt x="142" y="0"/>
                  </a:lnTo>
                  <a:lnTo>
                    <a:pt x="0" y="94"/>
                  </a:lnTo>
                  <a:lnTo>
                    <a:pt x="78" y="16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Freeform 253"/>
            <p:cNvSpPr>
              <a:spLocks/>
            </p:cNvSpPr>
            <p:nvPr/>
          </p:nvSpPr>
          <p:spPr bwMode="auto">
            <a:xfrm>
              <a:off x="6256066" y="2046878"/>
              <a:ext cx="317733" cy="343323"/>
            </a:xfrm>
            <a:custGeom>
              <a:avLst/>
              <a:gdLst>
                <a:gd name="T0" fmla="*/ 0 w 149"/>
                <a:gd name="T1" fmla="*/ 99 h 161"/>
                <a:gd name="T2" fmla="*/ 149 w 149"/>
                <a:gd name="T3" fmla="*/ 0 h 161"/>
                <a:gd name="T4" fmla="*/ 121 w 149"/>
                <a:gd name="T5" fmla="*/ 161 h 161"/>
                <a:gd name="T6" fmla="*/ 0 w 149"/>
                <a:gd name="T7" fmla="*/ 9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161">
                  <a:moveTo>
                    <a:pt x="0" y="99"/>
                  </a:moveTo>
                  <a:lnTo>
                    <a:pt x="149" y="0"/>
                  </a:lnTo>
                  <a:lnTo>
                    <a:pt x="121" y="161"/>
                  </a:lnTo>
                  <a:lnTo>
                    <a:pt x="0" y="9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Freeform 254"/>
            <p:cNvSpPr>
              <a:spLocks/>
            </p:cNvSpPr>
            <p:nvPr/>
          </p:nvSpPr>
          <p:spPr bwMode="auto">
            <a:xfrm>
              <a:off x="6044955" y="2021289"/>
              <a:ext cx="528844" cy="236701"/>
            </a:xfrm>
            <a:custGeom>
              <a:avLst/>
              <a:gdLst>
                <a:gd name="T0" fmla="*/ 0 w 248"/>
                <a:gd name="T1" fmla="*/ 0 h 111"/>
                <a:gd name="T2" fmla="*/ 248 w 248"/>
                <a:gd name="T3" fmla="*/ 12 h 111"/>
                <a:gd name="T4" fmla="*/ 99 w 248"/>
                <a:gd name="T5" fmla="*/ 111 h 111"/>
                <a:gd name="T6" fmla="*/ 0 w 248"/>
                <a:gd name="T7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111">
                  <a:moveTo>
                    <a:pt x="0" y="0"/>
                  </a:moveTo>
                  <a:lnTo>
                    <a:pt x="248" y="12"/>
                  </a:lnTo>
                  <a:lnTo>
                    <a:pt x="99" y="11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" name="Freeform 255"/>
            <p:cNvSpPr>
              <a:spLocks/>
            </p:cNvSpPr>
            <p:nvPr/>
          </p:nvSpPr>
          <p:spPr bwMode="auto">
            <a:xfrm>
              <a:off x="5443609" y="2095924"/>
              <a:ext cx="287879" cy="464871"/>
            </a:xfrm>
            <a:custGeom>
              <a:avLst/>
              <a:gdLst>
                <a:gd name="T0" fmla="*/ 135 w 135"/>
                <a:gd name="T1" fmla="*/ 0 h 218"/>
                <a:gd name="T2" fmla="*/ 69 w 135"/>
                <a:gd name="T3" fmla="*/ 218 h 218"/>
                <a:gd name="T4" fmla="*/ 0 w 135"/>
                <a:gd name="T5" fmla="*/ 34 h 218"/>
                <a:gd name="T6" fmla="*/ 135 w 135"/>
                <a:gd name="T7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218">
                  <a:moveTo>
                    <a:pt x="135" y="0"/>
                  </a:moveTo>
                  <a:lnTo>
                    <a:pt x="69" y="218"/>
                  </a:lnTo>
                  <a:lnTo>
                    <a:pt x="0" y="34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" name="Freeform 256"/>
            <p:cNvSpPr>
              <a:spLocks/>
            </p:cNvSpPr>
            <p:nvPr/>
          </p:nvSpPr>
          <p:spPr bwMode="auto">
            <a:xfrm>
              <a:off x="5266616" y="2168426"/>
              <a:ext cx="324130" cy="392368"/>
            </a:xfrm>
            <a:custGeom>
              <a:avLst/>
              <a:gdLst>
                <a:gd name="T0" fmla="*/ 0 w 152"/>
                <a:gd name="T1" fmla="*/ 120 h 184"/>
                <a:gd name="T2" fmla="*/ 83 w 152"/>
                <a:gd name="T3" fmla="*/ 0 h 184"/>
                <a:gd name="T4" fmla="*/ 152 w 152"/>
                <a:gd name="T5" fmla="*/ 184 h 184"/>
                <a:gd name="T6" fmla="*/ 0 w 152"/>
                <a:gd name="T7" fmla="*/ 12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2" h="184">
                  <a:moveTo>
                    <a:pt x="0" y="120"/>
                  </a:moveTo>
                  <a:lnTo>
                    <a:pt x="83" y="0"/>
                  </a:lnTo>
                  <a:lnTo>
                    <a:pt x="152" y="184"/>
                  </a:lnTo>
                  <a:lnTo>
                    <a:pt x="0" y="12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Freeform 257"/>
            <p:cNvSpPr>
              <a:spLocks/>
            </p:cNvSpPr>
            <p:nvPr/>
          </p:nvSpPr>
          <p:spPr bwMode="auto">
            <a:xfrm>
              <a:off x="5040578" y="2046878"/>
              <a:ext cx="388103" cy="211112"/>
            </a:xfrm>
            <a:custGeom>
              <a:avLst/>
              <a:gdLst>
                <a:gd name="T0" fmla="*/ 182 w 182"/>
                <a:gd name="T1" fmla="*/ 23 h 99"/>
                <a:gd name="T2" fmla="*/ 50 w 182"/>
                <a:gd name="T3" fmla="*/ 99 h 99"/>
                <a:gd name="T4" fmla="*/ 0 w 182"/>
                <a:gd name="T5" fmla="*/ 0 h 99"/>
                <a:gd name="T6" fmla="*/ 182 w 182"/>
                <a:gd name="T7" fmla="*/ 2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" h="99">
                  <a:moveTo>
                    <a:pt x="182" y="23"/>
                  </a:moveTo>
                  <a:lnTo>
                    <a:pt x="50" y="99"/>
                  </a:lnTo>
                  <a:lnTo>
                    <a:pt x="0" y="0"/>
                  </a:lnTo>
                  <a:lnTo>
                    <a:pt x="182" y="2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" name="Freeform 258"/>
            <p:cNvSpPr>
              <a:spLocks/>
            </p:cNvSpPr>
            <p:nvPr/>
          </p:nvSpPr>
          <p:spPr bwMode="auto">
            <a:xfrm>
              <a:off x="4778290" y="2046878"/>
              <a:ext cx="368912" cy="211112"/>
            </a:xfrm>
            <a:custGeom>
              <a:avLst/>
              <a:gdLst>
                <a:gd name="T0" fmla="*/ 0 w 173"/>
                <a:gd name="T1" fmla="*/ 45 h 99"/>
                <a:gd name="T2" fmla="*/ 173 w 173"/>
                <a:gd name="T3" fmla="*/ 99 h 99"/>
                <a:gd name="T4" fmla="*/ 123 w 173"/>
                <a:gd name="T5" fmla="*/ 0 h 99"/>
                <a:gd name="T6" fmla="*/ 0 w 173"/>
                <a:gd name="T7" fmla="*/ 4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99">
                  <a:moveTo>
                    <a:pt x="0" y="45"/>
                  </a:moveTo>
                  <a:lnTo>
                    <a:pt x="173" y="99"/>
                  </a:lnTo>
                  <a:lnTo>
                    <a:pt x="123" y="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Freeform 259"/>
            <p:cNvSpPr>
              <a:spLocks/>
            </p:cNvSpPr>
            <p:nvPr/>
          </p:nvSpPr>
          <p:spPr bwMode="auto">
            <a:xfrm>
              <a:off x="4778290" y="2142837"/>
              <a:ext cx="368912" cy="336925"/>
            </a:xfrm>
            <a:custGeom>
              <a:avLst/>
              <a:gdLst>
                <a:gd name="T0" fmla="*/ 88 w 173"/>
                <a:gd name="T1" fmla="*/ 158 h 158"/>
                <a:gd name="T2" fmla="*/ 173 w 173"/>
                <a:gd name="T3" fmla="*/ 54 h 158"/>
                <a:gd name="T4" fmla="*/ 0 w 173"/>
                <a:gd name="T5" fmla="*/ 0 h 158"/>
                <a:gd name="T6" fmla="*/ 88 w 173"/>
                <a:gd name="T7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158">
                  <a:moveTo>
                    <a:pt x="88" y="158"/>
                  </a:moveTo>
                  <a:lnTo>
                    <a:pt x="173" y="54"/>
                  </a:lnTo>
                  <a:lnTo>
                    <a:pt x="0" y="0"/>
                  </a:lnTo>
                  <a:lnTo>
                    <a:pt x="88" y="15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Freeform 260"/>
            <p:cNvSpPr>
              <a:spLocks/>
            </p:cNvSpPr>
            <p:nvPr/>
          </p:nvSpPr>
          <p:spPr bwMode="auto">
            <a:xfrm>
              <a:off x="4663138" y="2142837"/>
              <a:ext cx="302806" cy="336925"/>
            </a:xfrm>
            <a:custGeom>
              <a:avLst/>
              <a:gdLst>
                <a:gd name="T0" fmla="*/ 0 w 142"/>
                <a:gd name="T1" fmla="*/ 158 h 158"/>
                <a:gd name="T2" fmla="*/ 142 w 142"/>
                <a:gd name="T3" fmla="*/ 158 h 158"/>
                <a:gd name="T4" fmla="*/ 54 w 142"/>
                <a:gd name="T5" fmla="*/ 0 h 158"/>
                <a:gd name="T6" fmla="*/ 0 w 142"/>
                <a:gd name="T7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58">
                  <a:moveTo>
                    <a:pt x="0" y="158"/>
                  </a:moveTo>
                  <a:lnTo>
                    <a:pt x="142" y="158"/>
                  </a:lnTo>
                  <a:lnTo>
                    <a:pt x="54" y="0"/>
                  </a:lnTo>
                  <a:lnTo>
                    <a:pt x="0" y="15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4" name="Freeform 261"/>
            <p:cNvSpPr>
              <a:spLocks/>
            </p:cNvSpPr>
            <p:nvPr/>
          </p:nvSpPr>
          <p:spPr bwMode="auto">
            <a:xfrm>
              <a:off x="4449895" y="2142837"/>
              <a:ext cx="328395" cy="336925"/>
            </a:xfrm>
            <a:custGeom>
              <a:avLst/>
              <a:gdLst>
                <a:gd name="T0" fmla="*/ 0 w 154"/>
                <a:gd name="T1" fmla="*/ 54 h 158"/>
                <a:gd name="T2" fmla="*/ 100 w 154"/>
                <a:gd name="T3" fmla="*/ 158 h 158"/>
                <a:gd name="T4" fmla="*/ 154 w 154"/>
                <a:gd name="T5" fmla="*/ 0 h 158"/>
                <a:gd name="T6" fmla="*/ 0 w 154"/>
                <a:gd name="T7" fmla="*/ 5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58">
                  <a:moveTo>
                    <a:pt x="0" y="54"/>
                  </a:moveTo>
                  <a:lnTo>
                    <a:pt x="100" y="158"/>
                  </a:lnTo>
                  <a:lnTo>
                    <a:pt x="154" y="0"/>
                  </a:lnTo>
                  <a:lnTo>
                    <a:pt x="0" y="5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Freeform 262"/>
            <p:cNvSpPr>
              <a:spLocks/>
            </p:cNvSpPr>
            <p:nvPr/>
          </p:nvSpPr>
          <p:spPr bwMode="auto">
            <a:xfrm>
              <a:off x="4383789" y="2257989"/>
              <a:ext cx="279350" cy="221773"/>
            </a:xfrm>
            <a:custGeom>
              <a:avLst/>
              <a:gdLst>
                <a:gd name="T0" fmla="*/ 0 w 131"/>
                <a:gd name="T1" fmla="*/ 104 h 104"/>
                <a:gd name="T2" fmla="*/ 131 w 131"/>
                <a:gd name="T3" fmla="*/ 104 h 104"/>
                <a:gd name="T4" fmla="*/ 31 w 131"/>
                <a:gd name="T5" fmla="*/ 0 h 104"/>
                <a:gd name="T6" fmla="*/ 0 w 131"/>
                <a:gd name="T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1" h="104">
                  <a:moveTo>
                    <a:pt x="0" y="104"/>
                  </a:moveTo>
                  <a:lnTo>
                    <a:pt x="131" y="104"/>
                  </a:lnTo>
                  <a:lnTo>
                    <a:pt x="31" y="0"/>
                  </a:lnTo>
                  <a:lnTo>
                    <a:pt x="0" y="10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6" name="Freeform 263"/>
            <p:cNvSpPr>
              <a:spLocks/>
            </p:cNvSpPr>
            <p:nvPr/>
          </p:nvSpPr>
          <p:spPr bwMode="auto">
            <a:xfrm>
              <a:off x="4066057" y="2257989"/>
              <a:ext cx="383838" cy="221773"/>
            </a:xfrm>
            <a:custGeom>
              <a:avLst/>
              <a:gdLst>
                <a:gd name="T0" fmla="*/ 0 w 180"/>
                <a:gd name="T1" fmla="*/ 52 h 104"/>
                <a:gd name="T2" fmla="*/ 149 w 180"/>
                <a:gd name="T3" fmla="*/ 104 h 104"/>
                <a:gd name="T4" fmla="*/ 180 w 180"/>
                <a:gd name="T5" fmla="*/ 0 h 104"/>
                <a:gd name="T6" fmla="*/ 0 w 180"/>
                <a:gd name="T7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04">
                  <a:moveTo>
                    <a:pt x="0" y="52"/>
                  </a:moveTo>
                  <a:lnTo>
                    <a:pt x="149" y="104"/>
                  </a:lnTo>
                  <a:lnTo>
                    <a:pt x="180" y="0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Freeform 264"/>
            <p:cNvSpPr>
              <a:spLocks/>
            </p:cNvSpPr>
            <p:nvPr/>
          </p:nvSpPr>
          <p:spPr bwMode="auto">
            <a:xfrm>
              <a:off x="4076718" y="2479762"/>
              <a:ext cx="343323" cy="324130"/>
            </a:xfrm>
            <a:custGeom>
              <a:avLst/>
              <a:gdLst>
                <a:gd name="T0" fmla="*/ 0 w 161"/>
                <a:gd name="T1" fmla="*/ 112 h 152"/>
                <a:gd name="T2" fmla="*/ 144 w 161"/>
                <a:gd name="T3" fmla="*/ 0 h 152"/>
                <a:gd name="T4" fmla="*/ 161 w 161"/>
                <a:gd name="T5" fmla="*/ 152 h 152"/>
                <a:gd name="T6" fmla="*/ 0 w 161"/>
                <a:gd name="T7" fmla="*/ 11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152">
                  <a:moveTo>
                    <a:pt x="0" y="112"/>
                  </a:moveTo>
                  <a:lnTo>
                    <a:pt x="144" y="0"/>
                  </a:lnTo>
                  <a:lnTo>
                    <a:pt x="161" y="152"/>
                  </a:lnTo>
                  <a:lnTo>
                    <a:pt x="0" y="11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Freeform 265"/>
            <p:cNvSpPr>
              <a:spLocks/>
            </p:cNvSpPr>
            <p:nvPr/>
          </p:nvSpPr>
          <p:spPr bwMode="auto">
            <a:xfrm>
              <a:off x="4383789" y="2479762"/>
              <a:ext cx="279350" cy="324130"/>
            </a:xfrm>
            <a:custGeom>
              <a:avLst/>
              <a:gdLst>
                <a:gd name="T0" fmla="*/ 131 w 131"/>
                <a:gd name="T1" fmla="*/ 0 h 152"/>
                <a:gd name="T2" fmla="*/ 17 w 131"/>
                <a:gd name="T3" fmla="*/ 152 h 152"/>
                <a:gd name="T4" fmla="*/ 0 w 131"/>
                <a:gd name="T5" fmla="*/ 0 h 152"/>
                <a:gd name="T6" fmla="*/ 131 w 131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1" h="152">
                  <a:moveTo>
                    <a:pt x="131" y="0"/>
                  </a:moveTo>
                  <a:lnTo>
                    <a:pt x="17" y="152"/>
                  </a:lnTo>
                  <a:lnTo>
                    <a:pt x="0" y="0"/>
                  </a:lnTo>
                  <a:lnTo>
                    <a:pt x="13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9" name="Freeform 266"/>
            <p:cNvSpPr>
              <a:spLocks/>
            </p:cNvSpPr>
            <p:nvPr/>
          </p:nvSpPr>
          <p:spPr bwMode="auto">
            <a:xfrm>
              <a:off x="4420041" y="2479762"/>
              <a:ext cx="302806" cy="324130"/>
            </a:xfrm>
            <a:custGeom>
              <a:avLst/>
              <a:gdLst>
                <a:gd name="T0" fmla="*/ 142 w 142"/>
                <a:gd name="T1" fmla="*/ 126 h 152"/>
                <a:gd name="T2" fmla="*/ 0 w 142"/>
                <a:gd name="T3" fmla="*/ 152 h 152"/>
                <a:gd name="T4" fmla="*/ 114 w 142"/>
                <a:gd name="T5" fmla="*/ 0 h 152"/>
                <a:gd name="T6" fmla="*/ 142 w 142"/>
                <a:gd name="T7" fmla="*/ 12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52">
                  <a:moveTo>
                    <a:pt x="142" y="126"/>
                  </a:moveTo>
                  <a:lnTo>
                    <a:pt x="0" y="152"/>
                  </a:lnTo>
                  <a:lnTo>
                    <a:pt x="114" y="0"/>
                  </a:lnTo>
                  <a:lnTo>
                    <a:pt x="142" y="12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Freeform 267"/>
            <p:cNvSpPr>
              <a:spLocks/>
            </p:cNvSpPr>
            <p:nvPr/>
          </p:nvSpPr>
          <p:spPr bwMode="auto">
            <a:xfrm>
              <a:off x="3976495" y="2479762"/>
              <a:ext cx="407296" cy="238833"/>
            </a:xfrm>
            <a:custGeom>
              <a:avLst/>
              <a:gdLst>
                <a:gd name="T0" fmla="*/ 0 w 191"/>
                <a:gd name="T1" fmla="*/ 7 h 112"/>
                <a:gd name="T2" fmla="*/ 47 w 191"/>
                <a:gd name="T3" fmla="*/ 112 h 112"/>
                <a:gd name="T4" fmla="*/ 191 w 191"/>
                <a:gd name="T5" fmla="*/ 0 h 112"/>
                <a:gd name="T6" fmla="*/ 0 w 191"/>
                <a:gd name="T7" fmla="*/ 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112">
                  <a:moveTo>
                    <a:pt x="0" y="7"/>
                  </a:moveTo>
                  <a:lnTo>
                    <a:pt x="47" y="112"/>
                  </a:lnTo>
                  <a:lnTo>
                    <a:pt x="191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Freeform 268"/>
            <p:cNvSpPr>
              <a:spLocks/>
            </p:cNvSpPr>
            <p:nvPr/>
          </p:nvSpPr>
          <p:spPr bwMode="auto">
            <a:xfrm>
              <a:off x="4076718" y="2803892"/>
              <a:ext cx="343323" cy="266555"/>
            </a:xfrm>
            <a:custGeom>
              <a:avLst/>
              <a:gdLst>
                <a:gd name="T0" fmla="*/ 161 w 161"/>
                <a:gd name="T1" fmla="*/ 0 h 125"/>
                <a:gd name="T2" fmla="*/ 0 w 161"/>
                <a:gd name="T3" fmla="*/ 0 h 125"/>
                <a:gd name="T4" fmla="*/ 50 w 161"/>
                <a:gd name="T5" fmla="*/ 125 h 125"/>
                <a:gd name="T6" fmla="*/ 161 w 161"/>
                <a:gd name="T7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125">
                  <a:moveTo>
                    <a:pt x="161" y="0"/>
                  </a:moveTo>
                  <a:lnTo>
                    <a:pt x="0" y="0"/>
                  </a:lnTo>
                  <a:lnTo>
                    <a:pt x="50" y="125"/>
                  </a:lnTo>
                  <a:lnTo>
                    <a:pt x="16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Freeform 269"/>
            <p:cNvSpPr>
              <a:spLocks/>
            </p:cNvSpPr>
            <p:nvPr/>
          </p:nvSpPr>
          <p:spPr bwMode="auto">
            <a:xfrm>
              <a:off x="3788840" y="2803892"/>
              <a:ext cx="394501" cy="266555"/>
            </a:xfrm>
            <a:custGeom>
              <a:avLst/>
              <a:gdLst>
                <a:gd name="T0" fmla="*/ 0 w 185"/>
                <a:gd name="T1" fmla="*/ 125 h 125"/>
                <a:gd name="T2" fmla="*/ 135 w 185"/>
                <a:gd name="T3" fmla="*/ 0 h 125"/>
                <a:gd name="T4" fmla="*/ 185 w 185"/>
                <a:gd name="T5" fmla="*/ 125 h 125"/>
                <a:gd name="T6" fmla="*/ 0 w 185"/>
                <a:gd name="T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5" h="125">
                  <a:moveTo>
                    <a:pt x="0" y="125"/>
                  </a:moveTo>
                  <a:lnTo>
                    <a:pt x="135" y="0"/>
                  </a:lnTo>
                  <a:lnTo>
                    <a:pt x="185" y="125"/>
                  </a:lnTo>
                  <a:lnTo>
                    <a:pt x="0" y="12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Freeform 270"/>
            <p:cNvSpPr>
              <a:spLocks/>
            </p:cNvSpPr>
            <p:nvPr/>
          </p:nvSpPr>
          <p:spPr bwMode="auto">
            <a:xfrm>
              <a:off x="3663026" y="2744184"/>
              <a:ext cx="413692" cy="326263"/>
            </a:xfrm>
            <a:custGeom>
              <a:avLst/>
              <a:gdLst>
                <a:gd name="T0" fmla="*/ 0 w 194"/>
                <a:gd name="T1" fmla="*/ 0 h 153"/>
                <a:gd name="T2" fmla="*/ 59 w 194"/>
                <a:gd name="T3" fmla="*/ 153 h 153"/>
                <a:gd name="T4" fmla="*/ 194 w 194"/>
                <a:gd name="T5" fmla="*/ 28 h 153"/>
                <a:gd name="T6" fmla="*/ 0 w 194"/>
                <a:gd name="T7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153">
                  <a:moveTo>
                    <a:pt x="0" y="0"/>
                  </a:moveTo>
                  <a:lnTo>
                    <a:pt x="59" y="153"/>
                  </a:lnTo>
                  <a:lnTo>
                    <a:pt x="194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Freeform 271"/>
            <p:cNvSpPr>
              <a:spLocks/>
            </p:cNvSpPr>
            <p:nvPr/>
          </p:nvSpPr>
          <p:spPr bwMode="auto">
            <a:xfrm>
              <a:off x="3381545" y="2744184"/>
              <a:ext cx="407296" cy="358249"/>
            </a:xfrm>
            <a:custGeom>
              <a:avLst/>
              <a:gdLst>
                <a:gd name="T0" fmla="*/ 0 w 191"/>
                <a:gd name="T1" fmla="*/ 168 h 168"/>
                <a:gd name="T2" fmla="*/ 132 w 191"/>
                <a:gd name="T3" fmla="*/ 0 h 168"/>
                <a:gd name="T4" fmla="*/ 191 w 191"/>
                <a:gd name="T5" fmla="*/ 153 h 168"/>
                <a:gd name="T6" fmla="*/ 0 w 191"/>
                <a:gd name="T7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168">
                  <a:moveTo>
                    <a:pt x="0" y="168"/>
                  </a:moveTo>
                  <a:lnTo>
                    <a:pt x="132" y="0"/>
                  </a:lnTo>
                  <a:lnTo>
                    <a:pt x="191" y="153"/>
                  </a:lnTo>
                  <a:lnTo>
                    <a:pt x="0" y="16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Freeform 272"/>
            <p:cNvSpPr>
              <a:spLocks/>
            </p:cNvSpPr>
            <p:nvPr/>
          </p:nvSpPr>
          <p:spPr bwMode="auto">
            <a:xfrm>
              <a:off x="3319705" y="2703668"/>
              <a:ext cx="343323" cy="398766"/>
            </a:xfrm>
            <a:custGeom>
              <a:avLst/>
              <a:gdLst>
                <a:gd name="T0" fmla="*/ 0 w 161"/>
                <a:gd name="T1" fmla="*/ 0 h 187"/>
                <a:gd name="T2" fmla="*/ 161 w 161"/>
                <a:gd name="T3" fmla="*/ 19 h 187"/>
                <a:gd name="T4" fmla="*/ 29 w 161"/>
                <a:gd name="T5" fmla="*/ 187 h 187"/>
                <a:gd name="T6" fmla="*/ 0 w 161"/>
                <a:gd name="T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187">
                  <a:moveTo>
                    <a:pt x="0" y="0"/>
                  </a:moveTo>
                  <a:lnTo>
                    <a:pt x="161" y="19"/>
                  </a:lnTo>
                  <a:lnTo>
                    <a:pt x="29" y="1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Freeform 273"/>
            <p:cNvSpPr>
              <a:spLocks/>
            </p:cNvSpPr>
            <p:nvPr/>
          </p:nvSpPr>
          <p:spPr bwMode="auto">
            <a:xfrm>
              <a:off x="3089402" y="2703668"/>
              <a:ext cx="292144" cy="398766"/>
            </a:xfrm>
            <a:custGeom>
              <a:avLst/>
              <a:gdLst>
                <a:gd name="T0" fmla="*/ 0 w 137"/>
                <a:gd name="T1" fmla="*/ 146 h 187"/>
                <a:gd name="T2" fmla="*/ 137 w 137"/>
                <a:gd name="T3" fmla="*/ 187 h 187"/>
                <a:gd name="T4" fmla="*/ 108 w 137"/>
                <a:gd name="T5" fmla="*/ 0 h 187"/>
                <a:gd name="T6" fmla="*/ 0 w 137"/>
                <a:gd name="T7" fmla="*/ 14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187">
                  <a:moveTo>
                    <a:pt x="0" y="146"/>
                  </a:moveTo>
                  <a:lnTo>
                    <a:pt x="137" y="187"/>
                  </a:lnTo>
                  <a:lnTo>
                    <a:pt x="108" y="0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Freeform 274"/>
            <p:cNvSpPr>
              <a:spLocks/>
            </p:cNvSpPr>
            <p:nvPr/>
          </p:nvSpPr>
          <p:spPr bwMode="auto">
            <a:xfrm>
              <a:off x="2912409" y="2703668"/>
              <a:ext cx="407296" cy="311335"/>
            </a:xfrm>
            <a:custGeom>
              <a:avLst/>
              <a:gdLst>
                <a:gd name="T0" fmla="*/ 0 w 191"/>
                <a:gd name="T1" fmla="*/ 7 h 146"/>
                <a:gd name="T2" fmla="*/ 191 w 191"/>
                <a:gd name="T3" fmla="*/ 0 h 146"/>
                <a:gd name="T4" fmla="*/ 83 w 191"/>
                <a:gd name="T5" fmla="*/ 146 h 146"/>
                <a:gd name="T6" fmla="*/ 0 w 191"/>
                <a:gd name="T7" fmla="*/ 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146">
                  <a:moveTo>
                    <a:pt x="0" y="7"/>
                  </a:moveTo>
                  <a:lnTo>
                    <a:pt x="191" y="0"/>
                  </a:lnTo>
                  <a:lnTo>
                    <a:pt x="83" y="146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75"/>
            <p:cNvSpPr>
              <a:spLocks/>
            </p:cNvSpPr>
            <p:nvPr/>
          </p:nvSpPr>
          <p:spPr bwMode="auto">
            <a:xfrm>
              <a:off x="3381545" y="3070447"/>
              <a:ext cx="407296" cy="238833"/>
            </a:xfrm>
            <a:custGeom>
              <a:avLst/>
              <a:gdLst>
                <a:gd name="T0" fmla="*/ 0 w 191"/>
                <a:gd name="T1" fmla="*/ 15 h 112"/>
                <a:gd name="T2" fmla="*/ 118 w 191"/>
                <a:gd name="T3" fmla="*/ 112 h 112"/>
                <a:gd name="T4" fmla="*/ 191 w 191"/>
                <a:gd name="T5" fmla="*/ 0 h 112"/>
                <a:gd name="T6" fmla="*/ 0 w 191"/>
                <a:gd name="T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112">
                  <a:moveTo>
                    <a:pt x="0" y="15"/>
                  </a:moveTo>
                  <a:lnTo>
                    <a:pt x="118" y="112"/>
                  </a:lnTo>
                  <a:lnTo>
                    <a:pt x="191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76"/>
            <p:cNvSpPr>
              <a:spLocks/>
            </p:cNvSpPr>
            <p:nvPr/>
          </p:nvSpPr>
          <p:spPr bwMode="auto">
            <a:xfrm>
              <a:off x="3633172" y="3070447"/>
              <a:ext cx="266555" cy="339058"/>
            </a:xfrm>
            <a:custGeom>
              <a:avLst/>
              <a:gdLst>
                <a:gd name="T0" fmla="*/ 125 w 125"/>
                <a:gd name="T1" fmla="*/ 159 h 159"/>
                <a:gd name="T2" fmla="*/ 73 w 125"/>
                <a:gd name="T3" fmla="*/ 0 h 159"/>
                <a:gd name="T4" fmla="*/ 0 w 125"/>
                <a:gd name="T5" fmla="*/ 112 h 159"/>
                <a:gd name="T6" fmla="*/ 125 w 125"/>
                <a:gd name="T7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59">
                  <a:moveTo>
                    <a:pt x="125" y="159"/>
                  </a:moveTo>
                  <a:lnTo>
                    <a:pt x="73" y="0"/>
                  </a:lnTo>
                  <a:lnTo>
                    <a:pt x="0" y="112"/>
                  </a:lnTo>
                  <a:lnTo>
                    <a:pt x="125" y="15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77"/>
            <p:cNvSpPr>
              <a:spLocks/>
            </p:cNvSpPr>
            <p:nvPr/>
          </p:nvSpPr>
          <p:spPr bwMode="auto">
            <a:xfrm>
              <a:off x="3788840" y="3070447"/>
              <a:ext cx="394501" cy="339058"/>
            </a:xfrm>
            <a:custGeom>
              <a:avLst/>
              <a:gdLst>
                <a:gd name="T0" fmla="*/ 185 w 185"/>
                <a:gd name="T1" fmla="*/ 0 h 159"/>
                <a:gd name="T2" fmla="*/ 52 w 185"/>
                <a:gd name="T3" fmla="*/ 159 h 159"/>
                <a:gd name="T4" fmla="*/ 0 w 185"/>
                <a:gd name="T5" fmla="*/ 0 h 159"/>
                <a:gd name="T6" fmla="*/ 185 w 185"/>
                <a:gd name="T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5" h="159">
                  <a:moveTo>
                    <a:pt x="185" y="0"/>
                  </a:moveTo>
                  <a:lnTo>
                    <a:pt x="52" y="159"/>
                  </a:lnTo>
                  <a:lnTo>
                    <a:pt x="0" y="0"/>
                  </a:lnTo>
                  <a:lnTo>
                    <a:pt x="185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Freeform 278"/>
            <p:cNvSpPr>
              <a:spLocks/>
            </p:cNvSpPr>
            <p:nvPr/>
          </p:nvSpPr>
          <p:spPr bwMode="auto">
            <a:xfrm>
              <a:off x="4183340" y="2803892"/>
              <a:ext cx="432885" cy="317733"/>
            </a:xfrm>
            <a:custGeom>
              <a:avLst/>
              <a:gdLst>
                <a:gd name="T0" fmla="*/ 111 w 203"/>
                <a:gd name="T1" fmla="*/ 0 h 149"/>
                <a:gd name="T2" fmla="*/ 203 w 203"/>
                <a:gd name="T3" fmla="*/ 149 h 149"/>
                <a:gd name="T4" fmla="*/ 0 w 203"/>
                <a:gd name="T5" fmla="*/ 125 h 149"/>
                <a:gd name="T6" fmla="*/ 111 w 203"/>
                <a:gd name="T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3" h="149">
                  <a:moveTo>
                    <a:pt x="111" y="0"/>
                  </a:moveTo>
                  <a:lnTo>
                    <a:pt x="203" y="149"/>
                  </a:lnTo>
                  <a:lnTo>
                    <a:pt x="0" y="125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Freeform 279"/>
            <p:cNvSpPr>
              <a:spLocks/>
            </p:cNvSpPr>
            <p:nvPr/>
          </p:nvSpPr>
          <p:spPr bwMode="auto">
            <a:xfrm>
              <a:off x="4420041" y="2748449"/>
              <a:ext cx="302806" cy="373177"/>
            </a:xfrm>
            <a:custGeom>
              <a:avLst/>
              <a:gdLst>
                <a:gd name="T0" fmla="*/ 142 w 142"/>
                <a:gd name="T1" fmla="*/ 0 h 175"/>
                <a:gd name="T2" fmla="*/ 92 w 142"/>
                <a:gd name="T3" fmla="*/ 175 h 175"/>
                <a:gd name="T4" fmla="*/ 0 w 142"/>
                <a:gd name="T5" fmla="*/ 26 h 175"/>
                <a:gd name="T6" fmla="*/ 142 w 142"/>
                <a:gd name="T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75">
                  <a:moveTo>
                    <a:pt x="142" y="0"/>
                  </a:moveTo>
                  <a:lnTo>
                    <a:pt x="92" y="175"/>
                  </a:lnTo>
                  <a:lnTo>
                    <a:pt x="0" y="26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Freeform 280"/>
            <p:cNvSpPr>
              <a:spLocks/>
            </p:cNvSpPr>
            <p:nvPr/>
          </p:nvSpPr>
          <p:spPr bwMode="auto">
            <a:xfrm>
              <a:off x="4616225" y="2748449"/>
              <a:ext cx="364647" cy="373177"/>
            </a:xfrm>
            <a:custGeom>
              <a:avLst/>
              <a:gdLst>
                <a:gd name="T0" fmla="*/ 171 w 171"/>
                <a:gd name="T1" fmla="*/ 118 h 175"/>
                <a:gd name="T2" fmla="*/ 0 w 171"/>
                <a:gd name="T3" fmla="*/ 175 h 175"/>
                <a:gd name="T4" fmla="*/ 50 w 171"/>
                <a:gd name="T5" fmla="*/ 0 h 175"/>
                <a:gd name="T6" fmla="*/ 171 w 171"/>
                <a:gd name="T7" fmla="*/ 11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175">
                  <a:moveTo>
                    <a:pt x="171" y="118"/>
                  </a:moveTo>
                  <a:lnTo>
                    <a:pt x="0" y="175"/>
                  </a:lnTo>
                  <a:lnTo>
                    <a:pt x="50" y="0"/>
                  </a:lnTo>
                  <a:lnTo>
                    <a:pt x="171" y="11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Freeform 281"/>
            <p:cNvSpPr>
              <a:spLocks/>
            </p:cNvSpPr>
            <p:nvPr/>
          </p:nvSpPr>
          <p:spPr bwMode="auto">
            <a:xfrm>
              <a:off x="4722846" y="2560794"/>
              <a:ext cx="258025" cy="439281"/>
            </a:xfrm>
            <a:custGeom>
              <a:avLst/>
              <a:gdLst>
                <a:gd name="T0" fmla="*/ 104 w 121"/>
                <a:gd name="T1" fmla="*/ 0 h 206"/>
                <a:gd name="T2" fmla="*/ 0 w 121"/>
                <a:gd name="T3" fmla="*/ 88 h 206"/>
                <a:gd name="T4" fmla="*/ 121 w 121"/>
                <a:gd name="T5" fmla="*/ 206 h 206"/>
                <a:gd name="T6" fmla="*/ 104 w 121"/>
                <a:gd name="T7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206">
                  <a:moveTo>
                    <a:pt x="104" y="0"/>
                  </a:moveTo>
                  <a:lnTo>
                    <a:pt x="0" y="88"/>
                  </a:lnTo>
                  <a:lnTo>
                    <a:pt x="121" y="206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Freeform 282"/>
            <p:cNvSpPr>
              <a:spLocks/>
            </p:cNvSpPr>
            <p:nvPr/>
          </p:nvSpPr>
          <p:spPr bwMode="auto">
            <a:xfrm>
              <a:off x="4944620" y="2560794"/>
              <a:ext cx="321998" cy="439281"/>
            </a:xfrm>
            <a:custGeom>
              <a:avLst/>
              <a:gdLst>
                <a:gd name="T0" fmla="*/ 151 w 151"/>
                <a:gd name="T1" fmla="*/ 71 h 206"/>
                <a:gd name="T2" fmla="*/ 17 w 151"/>
                <a:gd name="T3" fmla="*/ 206 h 206"/>
                <a:gd name="T4" fmla="*/ 0 w 151"/>
                <a:gd name="T5" fmla="*/ 0 h 206"/>
                <a:gd name="T6" fmla="*/ 151 w 151"/>
                <a:gd name="T7" fmla="*/ 7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06">
                  <a:moveTo>
                    <a:pt x="151" y="71"/>
                  </a:moveTo>
                  <a:lnTo>
                    <a:pt x="17" y="206"/>
                  </a:lnTo>
                  <a:lnTo>
                    <a:pt x="0" y="0"/>
                  </a:lnTo>
                  <a:lnTo>
                    <a:pt x="151" y="7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Freeform 283"/>
            <p:cNvSpPr>
              <a:spLocks/>
            </p:cNvSpPr>
            <p:nvPr/>
          </p:nvSpPr>
          <p:spPr bwMode="auto">
            <a:xfrm>
              <a:off x="4980870" y="2703668"/>
              <a:ext cx="484063" cy="296409"/>
            </a:xfrm>
            <a:custGeom>
              <a:avLst/>
              <a:gdLst>
                <a:gd name="T0" fmla="*/ 227 w 227"/>
                <a:gd name="T1" fmla="*/ 94 h 139"/>
                <a:gd name="T2" fmla="*/ 0 w 227"/>
                <a:gd name="T3" fmla="*/ 139 h 139"/>
                <a:gd name="T4" fmla="*/ 134 w 227"/>
                <a:gd name="T5" fmla="*/ 0 h 139"/>
                <a:gd name="T6" fmla="*/ 227 w 227"/>
                <a:gd name="T7" fmla="*/ 94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7" h="139">
                  <a:moveTo>
                    <a:pt x="227" y="94"/>
                  </a:moveTo>
                  <a:lnTo>
                    <a:pt x="0" y="139"/>
                  </a:lnTo>
                  <a:lnTo>
                    <a:pt x="134" y="0"/>
                  </a:lnTo>
                  <a:lnTo>
                    <a:pt x="227" y="9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Freeform 284"/>
            <p:cNvSpPr>
              <a:spLocks/>
            </p:cNvSpPr>
            <p:nvPr/>
          </p:nvSpPr>
          <p:spPr bwMode="auto">
            <a:xfrm>
              <a:off x="4183340" y="3070447"/>
              <a:ext cx="432885" cy="405163"/>
            </a:xfrm>
            <a:custGeom>
              <a:avLst/>
              <a:gdLst>
                <a:gd name="T0" fmla="*/ 203 w 203"/>
                <a:gd name="T1" fmla="*/ 24 h 190"/>
                <a:gd name="T2" fmla="*/ 189 w 203"/>
                <a:gd name="T3" fmla="*/ 190 h 190"/>
                <a:gd name="T4" fmla="*/ 0 w 203"/>
                <a:gd name="T5" fmla="*/ 0 h 190"/>
                <a:gd name="T6" fmla="*/ 203 w 203"/>
                <a:gd name="T7" fmla="*/ 2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3" h="190">
                  <a:moveTo>
                    <a:pt x="203" y="24"/>
                  </a:moveTo>
                  <a:lnTo>
                    <a:pt x="189" y="190"/>
                  </a:lnTo>
                  <a:lnTo>
                    <a:pt x="0" y="0"/>
                  </a:lnTo>
                  <a:lnTo>
                    <a:pt x="203" y="2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Freeform 285"/>
            <p:cNvSpPr>
              <a:spLocks/>
            </p:cNvSpPr>
            <p:nvPr/>
          </p:nvSpPr>
          <p:spPr bwMode="auto">
            <a:xfrm>
              <a:off x="4586371" y="3121625"/>
              <a:ext cx="358249" cy="353984"/>
            </a:xfrm>
            <a:custGeom>
              <a:avLst/>
              <a:gdLst>
                <a:gd name="T0" fmla="*/ 168 w 168"/>
                <a:gd name="T1" fmla="*/ 88 h 166"/>
                <a:gd name="T2" fmla="*/ 0 w 168"/>
                <a:gd name="T3" fmla="*/ 166 h 166"/>
                <a:gd name="T4" fmla="*/ 14 w 168"/>
                <a:gd name="T5" fmla="*/ 0 h 166"/>
                <a:gd name="T6" fmla="*/ 168 w 168"/>
                <a:gd name="T7" fmla="*/ 88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" h="166">
                  <a:moveTo>
                    <a:pt x="168" y="88"/>
                  </a:moveTo>
                  <a:lnTo>
                    <a:pt x="0" y="166"/>
                  </a:lnTo>
                  <a:lnTo>
                    <a:pt x="14" y="0"/>
                  </a:lnTo>
                  <a:lnTo>
                    <a:pt x="168" y="8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Freeform 286"/>
            <p:cNvSpPr>
              <a:spLocks/>
            </p:cNvSpPr>
            <p:nvPr/>
          </p:nvSpPr>
          <p:spPr bwMode="auto">
            <a:xfrm>
              <a:off x="3899727" y="3070447"/>
              <a:ext cx="283614" cy="545903"/>
            </a:xfrm>
            <a:custGeom>
              <a:avLst/>
              <a:gdLst>
                <a:gd name="T0" fmla="*/ 133 w 133"/>
                <a:gd name="T1" fmla="*/ 0 h 256"/>
                <a:gd name="T2" fmla="*/ 133 w 133"/>
                <a:gd name="T3" fmla="*/ 256 h 256"/>
                <a:gd name="T4" fmla="*/ 0 w 133"/>
                <a:gd name="T5" fmla="*/ 159 h 256"/>
                <a:gd name="T6" fmla="*/ 133 w 133"/>
                <a:gd name="T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256">
                  <a:moveTo>
                    <a:pt x="133" y="0"/>
                  </a:moveTo>
                  <a:lnTo>
                    <a:pt x="133" y="256"/>
                  </a:lnTo>
                  <a:lnTo>
                    <a:pt x="0" y="159"/>
                  </a:lnTo>
                  <a:lnTo>
                    <a:pt x="133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Freeform 287"/>
            <p:cNvSpPr>
              <a:spLocks/>
            </p:cNvSpPr>
            <p:nvPr/>
          </p:nvSpPr>
          <p:spPr bwMode="auto">
            <a:xfrm>
              <a:off x="4183340" y="3070447"/>
              <a:ext cx="403031" cy="545903"/>
            </a:xfrm>
            <a:custGeom>
              <a:avLst/>
              <a:gdLst>
                <a:gd name="T0" fmla="*/ 189 w 189"/>
                <a:gd name="T1" fmla="*/ 190 h 256"/>
                <a:gd name="T2" fmla="*/ 0 w 189"/>
                <a:gd name="T3" fmla="*/ 256 h 256"/>
                <a:gd name="T4" fmla="*/ 0 w 189"/>
                <a:gd name="T5" fmla="*/ 0 h 256"/>
                <a:gd name="T6" fmla="*/ 189 w 189"/>
                <a:gd name="T7" fmla="*/ 19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9" h="256">
                  <a:moveTo>
                    <a:pt x="189" y="190"/>
                  </a:moveTo>
                  <a:lnTo>
                    <a:pt x="0" y="256"/>
                  </a:lnTo>
                  <a:lnTo>
                    <a:pt x="0" y="0"/>
                  </a:lnTo>
                  <a:lnTo>
                    <a:pt x="189" y="19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Freeform 288"/>
            <p:cNvSpPr>
              <a:spLocks/>
            </p:cNvSpPr>
            <p:nvPr/>
          </p:nvSpPr>
          <p:spPr bwMode="auto">
            <a:xfrm>
              <a:off x="3899727" y="3409503"/>
              <a:ext cx="283614" cy="484063"/>
            </a:xfrm>
            <a:custGeom>
              <a:avLst/>
              <a:gdLst>
                <a:gd name="T0" fmla="*/ 19 w 133"/>
                <a:gd name="T1" fmla="*/ 227 h 227"/>
                <a:gd name="T2" fmla="*/ 0 w 133"/>
                <a:gd name="T3" fmla="*/ 0 h 227"/>
                <a:gd name="T4" fmla="*/ 133 w 133"/>
                <a:gd name="T5" fmla="*/ 97 h 227"/>
                <a:gd name="T6" fmla="*/ 19 w 133"/>
                <a:gd name="T7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227">
                  <a:moveTo>
                    <a:pt x="19" y="227"/>
                  </a:moveTo>
                  <a:lnTo>
                    <a:pt x="0" y="0"/>
                  </a:lnTo>
                  <a:lnTo>
                    <a:pt x="133" y="97"/>
                  </a:lnTo>
                  <a:lnTo>
                    <a:pt x="19" y="22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Freeform 289"/>
            <p:cNvSpPr>
              <a:spLocks/>
            </p:cNvSpPr>
            <p:nvPr/>
          </p:nvSpPr>
          <p:spPr bwMode="auto">
            <a:xfrm>
              <a:off x="3940243" y="3616350"/>
              <a:ext cx="343323" cy="524579"/>
            </a:xfrm>
            <a:custGeom>
              <a:avLst/>
              <a:gdLst>
                <a:gd name="T0" fmla="*/ 161 w 161"/>
                <a:gd name="T1" fmla="*/ 246 h 246"/>
                <a:gd name="T2" fmla="*/ 0 w 161"/>
                <a:gd name="T3" fmla="*/ 130 h 246"/>
                <a:gd name="T4" fmla="*/ 114 w 161"/>
                <a:gd name="T5" fmla="*/ 0 h 246"/>
                <a:gd name="T6" fmla="*/ 161 w 161"/>
                <a:gd name="T7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246">
                  <a:moveTo>
                    <a:pt x="161" y="246"/>
                  </a:moveTo>
                  <a:lnTo>
                    <a:pt x="0" y="130"/>
                  </a:lnTo>
                  <a:lnTo>
                    <a:pt x="114" y="0"/>
                  </a:lnTo>
                  <a:lnTo>
                    <a:pt x="161" y="24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Freeform 290"/>
            <p:cNvSpPr>
              <a:spLocks/>
            </p:cNvSpPr>
            <p:nvPr/>
          </p:nvSpPr>
          <p:spPr bwMode="auto">
            <a:xfrm>
              <a:off x="4183340" y="3475609"/>
              <a:ext cx="403031" cy="601346"/>
            </a:xfrm>
            <a:custGeom>
              <a:avLst/>
              <a:gdLst>
                <a:gd name="T0" fmla="*/ 189 w 189"/>
                <a:gd name="T1" fmla="*/ 0 h 282"/>
                <a:gd name="T2" fmla="*/ 173 w 189"/>
                <a:gd name="T3" fmla="*/ 282 h 282"/>
                <a:gd name="T4" fmla="*/ 0 w 189"/>
                <a:gd name="T5" fmla="*/ 66 h 282"/>
                <a:gd name="T6" fmla="*/ 189 w 189"/>
                <a:gd name="T7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9" h="282">
                  <a:moveTo>
                    <a:pt x="189" y="0"/>
                  </a:moveTo>
                  <a:lnTo>
                    <a:pt x="173" y="282"/>
                  </a:lnTo>
                  <a:lnTo>
                    <a:pt x="0" y="66"/>
                  </a:lnTo>
                  <a:lnTo>
                    <a:pt x="189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291"/>
            <p:cNvSpPr>
              <a:spLocks/>
            </p:cNvSpPr>
            <p:nvPr/>
          </p:nvSpPr>
          <p:spPr bwMode="auto">
            <a:xfrm>
              <a:off x="4183340" y="3616350"/>
              <a:ext cx="368912" cy="524579"/>
            </a:xfrm>
            <a:custGeom>
              <a:avLst/>
              <a:gdLst>
                <a:gd name="T0" fmla="*/ 47 w 173"/>
                <a:gd name="T1" fmla="*/ 246 h 246"/>
                <a:gd name="T2" fmla="*/ 0 w 173"/>
                <a:gd name="T3" fmla="*/ 0 h 246"/>
                <a:gd name="T4" fmla="*/ 173 w 173"/>
                <a:gd name="T5" fmla="*/ 216 h 246"/>
                <a:gd name="T6" fmla="*/ 47 w 173"/>
                <a:gd name="T7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246">
                  <a:moveTo>
                    <a:pt x="47" y="246"/>
                  </a:moveTo>
                  <a:lnTo>
                    <a:pt x="0" y="0"/>
                  </a:lnTo>
                  <a:lnTo>
                    <a:pt x="173" y="216"/>
                  </a:lnTo>
                  <a:lnTo>
                    <a:pt x="47" y="24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292"/>
            <p:cNvSpPr>
              <a:spLocks/>
            </p:cNvSpPr>
            <p:nvPr/>
          </p:nvSpPr>
          <p:spPr bwMode="auto">
            <a:xfrm>
              <a:off x="4586371" y="3309279"/>
              <a:ext cx="620539" cy="398766"/>
            </a:xfrm>
            <a:custGeom>
              <a:avLst/>
              <a:gdLst>
                <a:gd name="T0" fmla="*/ 168 w 291"/>
                <a:gd name="T1" fmla="*/ 0 h 187"/>
                <a:gd name="T2" fmla="*/ 291 w 291"/>
                <a:gd name="T3" fmla="*/ 187 h 187"/>
                <a:gd name="T4" fmla="*/ 0 w 291"/>
                <a:gd name="T5" fmla="*/ 78 h 187"/>
                <a:gd name="T6" fmla="*/ 168 w 291"/>
                <a:gd name="T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187">
                  <a:moveTo>
                    <a:pt x="168" y="0"/>
                  </a:moveTo>
                  <a:lnTo>
                    <a:pt x="291" y="187"/>
                  </a:lnTo>
                  <a:lnTo>
                    <a:pt x="0" y="78"/>
                  </a:lnTo>
                  <a:lnTo>
                    <a:pt x="16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293"/>
            <p:cNvSpPr>
              <a:spLocks/>
            </p:cNvSpPr>
            <p:nvPr/>
          </p:nvSpPr>
          <p:spPr bwMode="auto">
            <a:xfrm>
              <a:off x="4552252" y="3475609"/>
              <a:ext cx="488328" cy="601346"/>
            </a:xfrm>
            <a:custGeom>
              <a:avLst/>
              <a:gdLst>
                <a:gd name="T0" fmla="*/ 229 w 229"/>
                <a:gd name="T1" fmla="*/ 234 h 282"/>
                <a:gd name="T2" fmla="*/ 16 w 229"/>
                <a:gd name="T3" fmla="*/ 0 h 282"/>
                <a:gd name="T4" fmla="*/ 0 w 229"/>
                <a:gd name="T5" fmla="*/ 282 h 282"/>
                <a:gd name="T6" fmla="*/ 229 w 229"/>
                <a:gd name="T7" fmla="*/ 234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282">
                  <a:moveTo>
                    <a:pt x="229" y="234"/>
                  </a:moveTo>
                  <a:lnTo>
                    <a:pt x="16" y="0"/>
                  </a:lnTo>
                  <a:lnTo>
                    <a:pt x="0" y="282"/>
                  </a:lnTo>
                  <a:lnTo>
                    <a:pt x="229" y="23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294"/>
            <p:cNvSpPr>
              <a:spLocks/>
            </p:cNvSpPr>
            <p:nvPr/>
          </p:nvSpPr>
          <p:spPr bwMode="auto">
            <a:xfrm>
              <a:off x="4586371" y="3475609"/>
              <a:ext cx="620539" cy="498990"/>
            </a:xfrm>
            <a:custGeom>
              <a:avLst/>
              <a:gdLst>
                <a:gd name="T0" fmla="*/ 291 w 291"/>
                <a:gd name="T1" fmla="*/ 109 h 234"/>
                <a:gd name="T2" fmla="*/ 213 w 291"/>
                <a:gd name="T3" fmla="*/ 234 h 234"/>
                <a:gd name="T4" fmla="*/ 0 w 291"/>
                <a:gd name="T5" fmla="*/ 0 h 234"/>
                <a:gd name="T6" fmla="*/ 291 w 291"/>
                <a:gd name="T7" fmla="*/ 10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1" h="234">
                  <a:moveTo>
                    <a:pt x="291" y="109"/>
                  </a:moveTo>
                  <a:lnTo>
                    <a:pt x="213" y="234"/>
                  </a:lnTo>
                  <a:lnTo>
                    <a:pt x="0" y="0"/>
                  </a:lnTo>
                  <a:lnTo>
                    <a:pt x="291" y="10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295"/>
            <p:cNvSpPr>
              <a:spLocks/>
            </p:cNvSpPr>
            <p:nvPr/>
          </p:nvSpPr>
          <p:spPr bwMode="auto">
            <a:xfrm>
              <a:off x="4944620" y="3309279"/>
              <a:ext cx="590685" cy="398766"/>
            </a:xfrm>
            <a:custGeom>
              <a:avLst/>
              <a:gdLst>
                <a:gd name="T0" fmla="*/ 0 w 277"/>
                <a:gd name="T1" fmla="*/ 0 h 187"/>
                <a:gd name="T2" fmla="*/ 277 w 277"/>
                <a:gd name="T3" fmla="*/ 47 h 187"/>
                <a:gd name="T4" fmla="*/ 123 w 277"/>
                <a:gd name="T5" fmla="*/ 187 h 187"/>
                <a:gd name="T6" fmla="*/ 0 w 277"/>
                <a:gd name="T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" h="187">
                  <a:moveTo>
                    <a:pt x="0" y="0"/>
                  </a:moveTo>
                  <a:lnTo>
                    <a:pt x="277" y="47"/>
                  </a:lnTo>
                  <a:lnTo>
                    <a:pt x="123" y="1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Freeform 296"/>
            <p:cNvSpPr>
              <a:spLocks/>
            </p:cNvSpPr>
            <p:nvPr/>
          </p:nvSpPr>
          <p:spPr bwMode="auto">
            <a:xfrm>
              <a:off x="4944620" y="3081108"/>
              <a:ext cx="590685" cy="328395"/>
            </a:xfrm>
            <a:custGeom>
              <a:avLst/>
              <a:gdLst>
                <a:gd name="T0" fmla="*/ 102 w 277"/>
                <a:gd name="T1" fmla="*/ 0 h 154"/>
                <a:gd name="T2" fmla="*/ 277 w 277"/>
                <a:gd name="T3" fmla="*/ 154 h 154"/>
                <a:gd name="T4" fmla="*/ 0 w 277"/>
                <a:gd name="T5" fmla="*/ 107 h 154"/>
                <a:gd name="T6" fmla="*/ 102 w 277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" h="154">
                  <a:moveTo>
                    <a:pt x="102" y="0"/>
                  </a:moveTo>
                  <a:lnTo>
                    <a:pt x="277" y="154"/>
                  </a:lnTo>
                  <a:lnTo>
                    <a:pt x="0" y="107"/>
                  </a:lnTo>
                  <a:lnTo>
                    <a:pt x="102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Freeform 297"/>
            <p:cNvSpPr>
              <a:spLocks/>
            </p:cNvSpPr>
            <p:nvPr/>
          </p:nvSpPr>
          <p:spPr bwMode="auto">
            <a:xfrm>
              <a:off x="4283565" y="4076956"/>
              <a:ext cx="268687" cy="311335"/>
            </a:xfrm>
            <a:custGeom>
              <a:avLst/>
              <a:gdLst>
                <a:gd name="T0" fmla="*/ 126 w 126"/>
                <a:gd name="T1" fmla="*/ 0 h 146"/>
                <a:gd name="T2" fmla="*/ 95 w 126"/>
                <a:gd name="T3" fmla="*/ 146 h 146"/>
                <a:gd name="T4" fmla="*/ 0 w 126"/>
                <a:gd name="T5" fmla="*/ 30 h 146"/>
                <a:gd name="T6" fmla="*/ 126 w 126"/>
                <a:gd name="T7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146">
                  <a:moveTo>
                    <a:pt x="126" y="0"/>
                  </a:moveTo>
                  <a:lnTo>
                    <a:pt x="95" y="146"/>
                  </a:lnTo>
                  <a:lnTo>
                    <a:pt x="0" y="30"/>
                  </a:lnTo>
                  <a:lnTo>
                    <a:pt x="12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1" name="Freeform 298"/>
            <p:cNvSpPr>
              <a:spLocks/>
            </p:cNvSpPr>
            <p:nvPr/>
          </p:nvSpPr>
          <p:spPr bwMode="auto">
            <a:xfrm>
              <a:off x="2967853" y="3015004"/>
              <a:ext cx="413692" cy="294276"/>
            </a:xfrm>
            <a:custGeom>
              <a:avLst/>
              <a:gdLst>
                <a:gd name="T0" fmla="*/ 0 w 194"/>
                <a:gd name="T1" fmla="*/ 138 h 138"/>
                <a:gd name="T2" fmla="*/ 57 w 194"/>
                <a:gd name="T3" fmla="*/ 0 h 138"/>
                <a:gd name="T4" fmla="*/ 194 w 194"/>
                <a:gd name="T5" fmla="*/ 41 h 138"/>
                <a:gd name="T6" fmla="*/ 0 w 194"/>
                <a:gd name="T7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138">
                  <a:moveTo>
                    <a:pt x="0" y="138"/>
                  </a:moveTo>
                  <a:lnTo>
                    <a:pt x="57" y="0"/>
                  </a:lnTo>
                  <a:lnTo>
                    <a:pt x="194" y="41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2" name="Freeform 299"/>
            <p:cNvSpPr>
              <a:spLocks/>
            </p:cNvSpPr>
            <p:nvPr/>
          </p:nvSpPr>
          <p:spPr bwMode="auto">
            <a:xfrm>
              <a:off x="2827112" y="2718594"/>
              <a:ext cx="262290" cy="351852"/>
            </a:xfrm>
            <a:custGeom>
              <a:avLst/>
              <a:gdLst>
                <a:gd name="T0" fmla="*/ 40 w 123"/>
                <a:gd name="T1" fmla="*/ 0 h 165"/>
                <a:gd name="T2" fmla="*/ 123 w 123"/>
                <a:gd name="T3" fmla="*/ 139 h 165"/>
                <a:gd name="T4" fmla="*/ 0 w 123"/>
                <a:gd name="T5" fmla="*/ 165 h 165"/>
                <a:gd name="T6" fmla="*/ 40 w 123"/>
                <a:gd name="T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165">
                  <a:moveTo>
                    <a:pt x="40" y="0"/>
                  </a:moveTo>
                  <a:lnTo>
                    <a:pt x="123" y="139"/>
                  </a:lnTo>
                  <a:lnTo>
                    <a:pt x="0" y="165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3" name="Freeform 300"/>
            <p:cNvSpPr>
              <a:spLocks/>
            </p:cNvSpPr>
            <p:nvPr/>
          </p:nvSpPr>
          <p:spPr bwMode="auto">
            <a:xfrm>
              <a:off x="2827112" y="3015004"/>
              <a:ext cx="262290" cy="294276"/>
            </a:xfrm>
            <a:custGeom>
              <a:avLst/>
              <a:gdLst>
                <a:gd name="T0" fmla="*/ 66 w 123"/>
                <a:gd name="T1" fmla="*/ 138 h 138"/>
                <a:gd name="T2" fmla="*/ 0 w 123"/>
                <a:gd name="T3" fmla="*/ 26 h 138"/>
                <a:gd name="T4" fmla="*/ 123 w 123"/>
                <a:gd name="T5" fmla="*/ 0 h 138"/>
                <a:gd name="T6" fmla="*/ 66 w 123"/>
                <a:gd name="T7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138">
                  <a:moveTo>
                    <a:pt x="66" y="138"/>
                  </a:moveTo>
                  <a:lnTo>
                    <a:pt x="0" y="26"/>
                  </a:lnTo>
                  <a:lnTo>
                    <a:pt x="123" y="0"/>
                  </a:lnTo>
                  <a:lnTo>
                    <a:pt x="66" y="13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4" name="Freeform 301"/>
            <p:cNvSpPr>
              <a:spLocks/>
            </p:cNvSpPr>
            <p:nvPr/>
          </p:nvSpPr>
          <p:spPr bwMode="auto">
            <a:xfrm>
              <a:off x="4486146" y="4076956"/>
              <a:ext cx="413692" cy="428620"/>
            </a:xfrm>
            <a:custGeom>
              <a:avLst/>
              <a:gdLst>
                <a:gd name="T0" fmla="*/ 194 w 194"/>
                <a:gd name="T1" fmla="*/ 201 h 201"/>
                <a:gd name="T2" fmla="*/ 0 w 194"/>
                <a:gd name="T3" fmla="*/ 146 h 201"/>
                <a:gd name="T4" fmla="*/ 31 w 194"/>
                <a:gd name="T5" fmla="*/ 0 h 201"/>
                <a:gd name="T6" fmla="*/ 194 w 194"/>
                <a:gd name="T7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201">
                  <a:moveTo>
                    <a:pt x="194" y="201"/>
                  </a:moveTo>
                  <a:lnTo>
                    <a:pt x="0" y="146"/>
                  </a:lnTo>
                  <a:lnTo>
                    <a:pt x="31" y="0"/>
                  </a:lnTo>
                  <a:lnTo>
                    <a:pt x="194" y="20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5" name="Freeform 302"/>
            <p:cNvSpPr>
              <a:spLocks/>
            </p:cNvSpPr>
            <p:nvPr/>
          </p:nvSpPr>
          <p:spPr bwMode="auto">
            <a:xfrm>
              <a:off x="5076830" y="6004676"/>
              <a:ext cx="245231" cy="302806"/>
            </a:xfrm>
            <a:custGeom>
              <a:avLst/>
              <a:gdLst>
                <a:gd name="T0" fmla="*/ 115 w 115"/>
                <a:gd name="T1" fmla="*/ 142 h 142"/>
                <a:gd name="T2" fmla="*/ 0 w 115"/>
                <a:gd name="T3" fmla="*/ 66 h 142"/>
                <a:gd name="T4" fmla="*/ 97 w 115"/>
                <a:gd name="T5" fmla="*/ 0 h 142"/>
                <a:gd name="T6" fmla="*/ 115 w 115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" h="142">
                  <a:moveTo>
                    <a:pt x="115" y="142"/>
                  </a:moveTo>
                  <a:lnTo>
                    <a:pt x="0" y="66"/>
                  </a:lnTo>
                  <a:lnTo>
                    <a:pt x="97" y="0"/>
                  </a:lnTo>
                  <a:lnTo>
                    <a:pt x="115" y="14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6" name="Freeform 303"/>
            <p:cNvSpPr>
              <a:spLocks/>
            </p:cNvSpPr>
            <p:nvPr/>
          </p:nvSpPr>
          <p:spPr bwMode="auto">
            <a:xfrm>
              <a:off x="5076830" y="5712532"/>
              <a:ext cx="206847" cy="432885"/>
            </a:xfrm>
            <a:custGeom>
              <a:avLst/>
              <a:gdLst>
                <a:gd name="T0" fmla="*/ 28 w 97"/>
                <a:gd name="T1" fmla="*/ 0 h 203"/>
                <a:gd name="T2" fmla="*/ 0 w 97"/>
                <a:gd name="T3" fmla="*/ 203 h 203"/>
                <a:gd name="T4" fmla="*/ 97 w 97"/>
                <a:gd name="T5" fmla="*/ 137 h 203"/>
                <a:gd name="T6" fmla="*/ 28 w 97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" h="203">
                  <a:moveTo>
                    <a:pt x="28" y="0"/>
                  </a:moveTo>
                  <a:lnTo>
                    <a:pt x="0" y="203"/>
                  </a:lnTo>
                  <a:lnTo>
                    <a:pt x="97" y="137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7" name="Freeform 304"/>
            <p:cNvSpPr>
              <a:spLocks/>
            </p:cNvSpPr>
            <p:nvPr/>
          </p:nvSpPr>
          <p:spPr bwMode="auto">
            <a:xfrm>
              <a:off x="5136539" y="5712532"/>
              <a:ext cx="398766" cy="292144"/>
            </a:xfrm>
            <a:custGeom>
              <a:avLst/>
              <a:gdLst>
                <a:gd name="T0" fmla="*/ 187 w 187"/>
                <a:gd name="T1" fmla="*/ 28 h 137"/>
                <a:gd name="T2" fmla="*/ 69 w 187"/>
                <a:gd name="T3" fmla="*/ 137 h 137"/>
                <a:gd name="T4" fmla="*/ 0 w 187"/>
                <a:gd name="T5" fmla="*/ 0 h 137"/>
                <a:gd name="T6" fmla="*/ 187 w 187"/>
                <a:gd name="T7" fmla="*/ 2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7" h="137">
                  <a:moveTo>
                    <a:pt x="187" y="28"/>
                  </a:moveTo>
                  <a:lnTo>
                    <a:pt x="69" y="137"/>
                  </a:lnTo>
                  <a:lnTo>
                    <a:pt x="0" y="0"/>
                  </a:lnTo>
                  <a:lnTo>
                    <a:pt x="187" y="2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8" name="Freeform 305"/>
            <p:cNvSpPr>
              <a:spLocks/>
            </p:cNvSpPr>
            <p:nvPr/>
          </p:nvSpPr>
          <p:spPr bwMode="auto">
            <a:xfrm>
              <a:off x="5136539" y="5413991"/>
              <a:ext cx="398766" cy="358249"/>
            </a:xfrm>
            <a:custGeom>
              <a:avLst/>
              <a:gdLst>
                <a:gd name="T0" fmla="*/ 180 w 187"/>
                <a:gd name="T1" fmla="*/ 0 h 168"/>
                <a:gd name="T2" fmla="*/ 187 w 187"/>
                <a:gd name="T3" fmla="*/ 168 h 168"/>
                <a:gd name="T4" fmla="*/ 0 w 187"/>
                <a:gd name="T5" fmla="*/ 140 h 168"/>
                <a:gd name="T6" fmla="*/ 180 w 187"/>
                <a:gd name="T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7" h="168">
                  <a:moveTo>
                    <a:pt x="180" y="0"/>
                  </a:moveTo>
                  <a:lnTo>
                    <a:pt x="187" y="168"/>
                  </a:lnTo>
                  <a:lnTo>
                    <a:pt x="0" y="14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9" name="Freeform 306"/>
            <p:cNvSpPr>
              <a:spLocks/>
            </p:cNvSpPr>
            <p:nvPr/>
          </p:nvSpPr>
          <p:spPr bwMode="auto">
            <a:xfrm>
              <a:off x="5136539" y="5362813"/>
              <a:ext cx="383838" cy="349719"/>
            </a:xfrm>
            <a:custGeom>
              <a:avLst/>
              <a:gdLst>
                <a:gd name="T0" fmla="*/ 21 w 180"/>
                <a:gd name="T1" fmla="*/ 0 h 164"/>
                <a:gd name="T2" fmla="*/ 0 w 180"/>
                <a:gd name="T3" fmla="*/ 164 h 164"/>
                <a:gd name="T4" fmla="*/ 180 w 180"/>
                <a:gd name="T5" fmla="*/ 24 h 164"/>
                <a:gd name="T6" fmla="*/ 21 w 180"/>
                <a:gd name="T7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64">
                  <a:moveTo>
                    <a:pt x="21" y="0"/>
                  </a:moveTo>
                  <a:lnTo>
                    <a:pt x="0" y="164"/>
                  </a:lnTo>
                  <a:lnTo>
                    <a:pt x="180" y="24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0" name="Freeform 307"/>
            <p:cNvSpPr>
              <a:spLocks/>
            </p:cNvSpPr>
            <p:nvPr/>
          </p:nvSpPr>
          <p:spPr bwMode="auto">
            <a:xfrm>
              <a:off x="5520377" y="5413991"/>
              <a:ext cx="302806" cy="358249"/>
            </a:xfrm>
            <a:custGeom>
              <a:avLst/>
              <a:gdLst>
                <a:gd name="T0" fmla="*/ 0 w 142"/>
                <a:gd name="T1" fmla="*/ 0 h 168"/>
                <a:gd name="T2" fmla="*/ 142 w 142"/>
                <a:gd name="T3" fmla="*/ 0 h 168"/>
                <a:gd name="T4" fmla="*/ 7 w 142"/>
                <a:gd name="T5" fmla="*/ 168 h 168"/>
                <a:gd name="T6" fmla="*/ 0 w 142"/>
                <a:gd name="T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68">
                  <a:moveTo>
                    <a:pt x="0" y="0"/>
                  </a:moveTo>
                  <a:lnTo>
                    <a:pt x="142" y="0"/>
                  </a:lnTo>
                  <a:lnTo>
                    <a:pt x="7" y="1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1" name="Freeform 308"/>
            <p:cNvSpPr>
              <a:spLocks/>
            </p:cNvSpPr>
            <p:nvPr/>
          </p:nvSpPr>
          <p:spPr bwMode="auto">
            <a:xfrm>
              <a:off x="5181319" y="5091994"/>
              <a:ext cx="339058" cy="321998"/>
            </a:xfrm>
            <a:custGeom>
              <a:avLst/>
              <a:gdLst>
                <a:gd name="T0" fmla="*/ 159 w 159"/>
                <a:gd name="T1" fmla="*/ 151 h 151"/>
                <a:gd name="T2" fmla="*/ 71 w 159"/>
                <a:gd name="T3" fmla="*/ 0 h 151"/>
                <a:gd name="T4" fmla="*/ 0 w 159"/>
                <a:gd name="T5" fmla="*/ 127 h 151"/>
                <a:gd name="T6" fmla="*/ 159 w 159"/>
                <a:gd name="T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151">
                  <a:moveTo>
                    <a:pt x="159" y="151"/>
                  </a:moveTo>
                  <a:lnTo>
                    <a:pt x="71" y="0"/>
                  </a:lnTo>
                  <a:lnTo>
                    <a:pt x="0" y="127"/>
                  </a:lnTo>
                  <a:lnTo>
                    <a:pt x="159" y="15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2" name="Freeform 309"/>
            <p:cNvSpPr>
              <a:spLocks/>
            </p:cNvSpPr>
            <p:nvPr/>
          </p:nvSpPr>
          <p:spPr bwMode="auto">
            <a:xfrm>
              <a:off x="5332723" y="5051478"/>
              <a:ext cx="424355" cy="362514"/>
            </a:xfrm>
            <a:custGeom>
              <a:avLst/>
              <a:gdLst>
                <a:gd name="T0" fmla="*/ 199 w 199"/>
                <a:gd name="T1" fmla="*/ 0 h 170"/>
                <a:gd name="T2" fmla="*/ 88 w 199"/>
                <a:gd name="T3" fmla="*/ 170 h 170"/>
                <a:gd name="T4" fmla="*/ 0 w 199"/>
                <a:gd name="T5" fmla="*/ 19 h 170"/>
                <a:gd name="T6" fmla="*/ 199 w 199"/>
                <a:gd name="T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9" h="170">
                  <a:moveTo>
                    <a:pt x="199" y="0"/>
                  </a:moveTo>
                  <a:lnTo>
                    <a:pt x="88" y="170"/>
                  </a:lnTo>
                  <a:lnTo>
                    <a:pt x="0" y="19"/>
                  </a:lnTo>
                  <a:lnTo>
                    <a:pt x="199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3" name="Freeform 310"/>
            <p:cNvSpPr>
              <a:spLocks/>
            </p:cNvSpPr>
            <p:nvPr/>
          </p:nvSpPr>
          <p:spPr bwMode="auto">
            <a:xfrm>
              <a:off x="5520377" y="5051478"/>
              <a:ext cx="302806" cy="362514"/>
            </a:xfrm>
            <a:custGeom>
              <a:avLst/>
              <a:gdLst>
                <a:gd name="T0" fmla="*/ 142 w 142"/>
                <a:gd name="T1" fmla="*/ 170 h 170"/>
                <a:gd name="T2" fmla="*/ 0 w 142"/>
                <a:gd name="T3" fmla="*/ 170 h 170"/>
                <a:gd name="T4" fmla="*/ 111 w 142"/>
                <a:gd name="T5" fmla="*/ 0 h 170"/>
                <a:gd name="T6" fmla="*/ 142 w 142"/>
                <a:gd name="T7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70">
                  <a:moveTo>
                    <a:pt x="142" y="170"/>
                  </a:moveTo>
                  <a:lnTo>
                    <a:pt x="0" y="170"/>
                  </a:lnTo>
                  <a:lnTo>
                    <a:pt x="111" y="0"/>
                  </a:lnTo>
                  <a:lnTo>
                    <a:pt x="142" y="17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4" name="Freeform 311"/>
            <p:cNvSpPr>
              <a:spLocks/>
            </p:cNvSpPr>
            <p:nvPr/>
          </p:nvSpPr>
          <p:spPr bwMode="auto">
            <a:xfrm>
              <a:off x="5757076" y="5051478"/>
              <a:ext cx="236701" cy="362514"/>
            </a:xfrm>
            <a:custGeom>
              <a:avLst/>
              <a:gdLst>
                <a:gd name="T0" fmla="*/ 111 w 111"/>
                <a:gd name="T1" fmla="*/ 75 h 170"/>
                <a:gd name="T2" fmla="*/ 31 w 111"/>
                <a:gd name="T3" fmla="*/ 170 h 170"/>
                <a:gd name="T4" fmla="*/ 0 w 111"/>
                <a:gd name="T5" fmla="*/ 0 h 170"/>
                <a:gd name="T6" fmla="*/ 111 w 111"/>
                <a:gd name="T7" fmla="*/ 75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1" h="170">
                  <a:moveTo>
                    <a:pt x="111" y="75"/>
                  </a:moveTo>
                  <a:lnTo>
                    <a:pt x="31" y="170"/>
                  </a:lnTo>
                  <a:lnTo>
                    <a:pt x="0" y="0"/>
                  </a:lnTo>
                  <a:lnTo>
                    <a:pt x="111" y="7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5" name="Freeform 312"/>
            <p:cNvSpPr>
              <a:spLocks/>
            </p:cNvSpPr>
            <p:nvPr/>
          </p:nvSpPr>
          <p:spPr bwMode="auto">
            <a:xfrm>
              <a:off x="5757076" y="4974710"/>
              <a:ext cx="332660" cy="236701"/>
            </a:xfrm>
            <a:custGeom>
              <a:avLst/>
              <a:gdLst>
                <a:gd name="T0" fmla="*/ 156 w 156"/>
                <a:gd name="T1" fmla="*/ 0 h 111"/>
                <a:gd name="T2" fmla="*/ 111 w 156"/>
                <a:gd name="T3" fmla="*/ 111 h 111"/>
                <a:gd name="T4" fmla="*/ 0 w 156"/>
                <a:gd name="T5" fmla="*/ 36 h 111"/>
                <a:gd name="T6" fmla="*/ 156 w 156"/>
                <a:gd name="T7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11">
                  <a:moveTo>
                    <a:pt x="156" y="0"/>
                  </a:moveTo>
                  <a:lnTo>
                    <a:pt x="111" y="111"/>
                  </a:lnTo>
                  <a:lnTo>
                    <a:pt x="0" y="36"/>
                  </a:lnTo>
                  <a:lnTo>
                    <a:pt x="15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6" name="Freeform 313"/>
            <p:cNvSpPr>
              <a:spLocks/>
            </p:cNvSpPr>
            <p:nvPr/>
          </p:nvSpPr>
          <p:spPr bwMode="auto">
            <a:xfrm>
              <a:off x="5757076" y="4823308"/>
              <a:ext cx="332660" cy="228171"/>
            </a:xfrm>
            <a:custGeom>
              <a:avLst/>
              <a:gdLst>
                <a:gd name="T0" fmla="*/ 68 w 156"/>
                <a:gd name="T1" fmla="*/ 0 h 107"/>
                <a:gd name="T2" fmla="*/ 0 w 156"/>
                <a:gd name="T3" fmla="*/ 107 h 107"/>
                <a:gd name="T4" fmla="*/ 156 w 156"/>
                <a:gd name="T5" fmla="*/ 71 h 107"/>
                <a:gd name="T6" fmla="*/ 68 w 156"/>
                <a:gd name="T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07">
                  <a:moveTo>
                    <a:pt x="68" y="0"/>
                  </a:moveTo>
                  <a:lnTo>
                    <a:pt x="0" y="107"/>
                  </a:lnTo>
                  <a:lnTo>
                    <a:pt x="156" y="71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7" name="Freeform 314"/>
            <p:cNvSpPr>
              <a:spLocks/>
            </p:cNvSpPr>
            <p:nvPr/>
          </p:nvSpPr>
          <p:spPr bwMode="auto">
            <a:xfrm>
              <a:off x="5701633" y="4782791"/>
              <a:ext cx="200449" cy="268687"/>
            </a:xfrm>
            <a:custGeom>
              <a:avLst/>
              <a:gdLst>
                <a:gd name="T0" fmla="*/ 0 w 94"/>
                <a:gd name="T1" fmla="*/ 0 h 126"/>
                <a:gd name="T2" fmla="*/ 26 w 94"/>
                <a:gd name="T3" fmla="*/ 126 h 126"/>
                <a:gd name="T4" fmla="*/ 94 w 94"/>
                <a:gd name="T5" fmla="*/ 19 h 126"/>
                <a:gd name="T6" fmla="*/ 0 w 94"/>
                <a:gd name="T7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26">
                  <a:moveTo>
                    <a:pt x="0" y="0"/>
                  </a:moveTo>
                  <a:lnTo>
                    <a:pt x="26" y="126"/>
                  </a:lnTo>
                  <a:lnTo>
                    <a:pt x="94" y="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8" name="Freeform 315"/>
            <p:cNvSpPr>
              <a:spLocks/>
            </p:cNvSpPr>
            <p:nvPr/>
          </p:nvSpPr>
          <p:spPr bwMode="auto">
            <a:xfrm>
              <a:off x="5439344" y="4782791"/>
              <a:ext cx="317733" cy="268687"/>
            </a:xfrm>
            <a:custGeom>
              <a:avLst/>
              <a:gdLst>
                <a:gd name="T0" fmla="*/ 0 w 149"/>
                <a:gd name="T1" fmla="*/ 26 h 126"/>
                <a:gd name="T2" fmla="*/ 149 w 149"/>
                <a:gd name="T3" fmla="*/ 126 h 126"/>
                <a:gd name="T4" fmla="*/ 123 w 149"/>
                <a:gd name="T5" fmla="*/ 0 h 126"/>
                <a:gd name="T6" fmla="*/ 0 w 149"/>
                <a:gd name="T7" fmla="*/ 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126">
                  <a:moveTo>
                    <a:pt x="0" y="26"/>
                  </a:moveTo>
                  <a:lnTo>
                    <a:pt x="149" y="126"/>
                  </a:lnTo>
                  <a:lnTo>
                    <a:pt x="123" y="0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79" name="Freeform 316"/>
            <p:cNvSpPr>
              <a:spLocks/>
            </p:cNvSpPr>
            <p:nvPr/>
          </p:nvSpPr>
          <p:spPr bwMode="auto">
            <a:xfrm>
              <a:off x="5332723" y="4838234"/>
              <a:ext cx="424355" cy="253760"/>
            </a:xfrm>
            <a:custGeom>
              <a:avLst/>
              <a:gdLst>
                <a:gd name="T0" fmla="*/ 0 w 199"/>
                <a:gd name="T1" fmla="*/ 119 h 119"/>
                <a:gd name="T2" fmla="*/ 199 w 199"/>
                <a:gd name="T3" fmla="*/ 100 h 119"/>
                <a:gd name="T4" fmla="*/ 50 w 199"/>
                <a:gd name="T5" fmla="*/ 0 h 119"/>
                <a:gd name="T6" fmla="*/ 0 w 199"/>
                <a:gd name="T7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9" h="119">
                  <a:moveTo>
                    <a:pt x="0" y="119"/>
                  </a:moveTo>
                  <a:lnTo>
                    <a:pt x="199" y="100"/>
                  </a:lnTo>
                  <a:lnTo>
                    <a:pt x="50" y="0"/>
                  </a:lnTo>
                  <a:lnTo>
                    <a:pt x="0" y="11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0" name="Freeform 317"/>
            <p:cNvSpPr>
              <a:spLocks/>
            </p:cNvSpPr>
            <p:nvPr/>
          </p:nvSpPr>
          <p:spPr bwMode="auto">
            <a:xfrm>
              <a:off x="5136539" y="5091994"/>
              <a:ext cx="196184" cy="270820"/>
            </a:xfrm>
            <a:custGeom>
              <a:avLst/>
              <a:gdLst>
                <a:gd name="T0" fmla="*/ 21 w 92"/>
                <a:gd name="T1" fmla="*/ 127 h 127"/>
                <a:gd name="T2" fmla="*/ 0 w 92"/>
                <a:gd name="T3" fmla="*/ 23 h 127"/>
                <a:gd name="T4" fmla="*/ 92 w 92"/>
                <a:gd name="T5" fmla="*/ 0 h 127"/>
                <a:gd name="T6" fmla="*/ 21 w 92"/>
                <a:gd name="T7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27">
                  <a:moveTo>
                    <a:pt x="21" y="127"/>
                  </a:moveTo>
                  <a:lnTo>
                    <a:pt x="0" y="23"/>
                  </a:lnTo>
                  <a:lnTo>
                    <a:pt x="92" y="0"/>
                  </a:lnTo>
                  <a:lnTo>
                    <a:pt x="21" y="12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1" name="Freeform 318"/>
            <p:cNvSpPr>
              <a:spLocks/>
            </p:cNvSpPr>
            <p:nvPr/>
          </p:nvSpPr>
          <p:spPr bwMode="auto">
            <a:xfrm>
              <a:off x="5004328" y="4974710"/>
              <a:ext cx="328395" cy="166330"/>
            </a:xfrm>
            <a:custGeom>
              <a:avLst/>
              <a:gdLst>
                <a:gd name="T0" fmla="*/ 0 w 154"/>
                <a:gd name="T1" fmla="*/ 0 h 78"/>
                <a:gd name="T2" fmla="*/ 62 w 154"/>
                <a:gd name="T3" fmla="*/ 78 h 78"/>
                <a:gd name="T4" fmla="*/ 154 w 154"/>
                <a:gd name="T5" fmla="*/ 55 h 78"/>
                <a:gd name="T6" fmla="*/ 0 w 154"/>
                <a:gd name="T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78">
                  <a:moveTo>
                    <a:pt x="0" y="0"/>
                  </a:moveTo>
                  <a:lnTo>
                    <a:pt x="62" y="78"/>
                  </a:lnTo>
                  <a:lnTo>
                    <a:pt x="154" y="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2" name="Freeform 319"/>
            <p:cNvSpPr>
              <a:spLocks/>
            </p:cNvSpPr>
            <p:nvPr/>
          </p:nvSpPr>
          <p:spPr bwMode="auto">
            <a:xfrm>
              <a:off x="5236762" y="4748672"/>
              <a:ext cx="202582" cy="343323"/>
            </a:xfrm>
            <a:custGeom>
              <a:avLst/>
              <a:gdLst>
                <a:gd name="T0" fmla="*/ 0 w 95"/>
                <a:gd name="T1" fmla="*/ 0 h 161"/>
                <a:gd name="T2" fmla="*/ 45 w 95"/>
                <a:gd name="T3" fmla="*/ 161 h 161"/>
                <a:gd name="T4" fmla="*/ 95 w 95"/>
                <a:gd name="T5" fmla="*/ 42 h 161"/>
                <a:gd name="T6" fmla="*/ 0 w 95"/>
                <a:gd name="T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161">
                  <a:moveTo>
                    <a:pt x="0" y="0"/>
                  </a:moveTo>
                  <a:lnTo>
                    <a:pt x="45" y="161"/>
                  </a:lnTo>
                  <a:lnTo>
                    <a:pt x="95" y="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3" name="Freeform 320"/>
            <p:cNvSpPr>
              <a:spLocks/>
            </p:cNvSpPr>
            <p:nvPr/>
          </p:nvSpPr>
          <p:spPr bwMode="auto">
            <a:xfrm>
              <a:off x="5004328" y="4748672"/>
              <a:ext cx="328395" cy="343323"/>
            </a:xfrm>
            <a:custGeom>
              <a:avLst/>
              <a:gdLst>
                <a:gd name="T0" fmla="*/ 0 w 154"/>
                <a:gd name="T1" fmla="*/ 106 h 161"/>
                <a:gd name="T2" fmla="*/ 109 w 154"/>
                <a:gd name="T3" fmla="*/ 0 h 161"/>
                <a:gd name="T4" fmla="*/ 154 w 154"/>
                <a:gd name="T5" fmla="*/ 161 h 161"/>
                <a:gd name="T6" fmla="*/ 0 w 154"/>
                <a:gd name="T7" fmla="*/ 10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61">
                  <a:moveTo>
                    <a:pt x="0" y="106"/>
                  </a:moveTo>
                  <a:lnTo>
                    <a:pt x="109" y="0"/>
                  </a:lnTo>
                  <a:lnTo>
                    <a:pt x="154" y="161"/>
                  </a:lnTo>
                  <a:lnTo>
                    <a:pt x="0" y="10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4" name="Freeform 321"/>
            <p:cNvSpPr>
              <a:spLocks/>
            </p:cNvSpPr>
            <p:nvPr/>
          </p:nvSpPr>
          <p:spPr bwMode="auto">
            <a:xfrm>
              <a:off x="5004328" y="4616461"/>
              <a:ext cx="232436" cy="358249"/>
            </a:xfrm>
            <a:custGeom>
              <a:avLst/>
              <a:gdLst>
                <a:gd name="T0" fmla="*/ 17 w 109"/>
                <a:gd name="T1" fmla="*/ 0 h 168"/>
                <a:gd name="T2" fmla="*/ 109 w 109"/>
                <a:gd name="T3" fmla="*/ 62 h 168"/>
                <a:gd name="T4" fmla="*/ 0 w 109"/>
                <a:gd name="T5" fmla="*/ 168 h 168"/>
                <a:gd name="T6" fmla="*/ 17 w 109"/>
                <a:gd name="T7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68">
                  <a:moveTo>
                    <a:pt x="17" y="0"/>
                  </a:moveTo>
                  <a:lnTo>
                    <a:pt x="109" y="62"/>
                  </a:lnTo>
                  <a:lnTo>
                    <a:pt x="0" y="168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5" name="Freeform 322"/>
            <p:cNvSpPr>
              <a:spLocks/>
            </p:cNvSpPr>
            <p:nvPr/>
          </p:nvSpPr>
          <p:spPr bwMode="auto">
            <a:xfrm>
              <a:off x="5040578" y="4516237"/>
              <a:ext cx="243097" cy="232436"/>
            </a:xfrm>
            <a:custGeom>
              <a:avLst/>
              <a:gdLst>
                <a:gd name="T0" fmla="*/ 114 w 114"/>
                <a:gd name="T1" fmla="*/ 0 h 109"/>
                <a:gd name="T2" fmla="*/ 92 w 114"/>
                <a:gd name="T3" fmla="*/ 109 h 109"/>
                <a:gd name="T4" fmla="*/ 0 w 114"/>
                <a:gd name="T5" fmla="*/ 47 h 109"/>
                <a:gd name="T6" fmla="*/ 114 w 114"/>
                <a:gd name="T7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109">
                  <a:moveTo>
                    <a:pt x="114" y="0"/>
                  </a:moveTo>
                  <a:lnTo>
                    <a:pt x="92" y="109"/>
                  </a:lnTo>
                  <a:lnTo>
                    <a:pt x="0" y="47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6" name="Freeform 323"/>
            <p:cNvSpPr>
              <a:spLocks/>
            </p:cNvSpPr>
            <p:nvPr/>
          </p:nvSpPr>
          <p:spPr bwMode="auto">
            <a:xfrm>
              <a:off x="5236762" y="4516237"/>
              <a:ext cx="253760" cy="232436"/>
            </a:xfrm>
            <a:custGeom>
              <a:avLst/>
              <a:gdLst>
                <a:gd name="T0" fmla="*/ 119 w 119"/>
                <a:gd name="T1" fmla="*/ 47 h 109"/>
                <a:gd name="T2" fmla="*/ 0 w 119"/>
                <a:gd name="T3" fmla="*/ 109 h 109"/>
                <a:gd name="T4" fmla="*/ 22 w 119"/>
                <a:gd name="T5" fmla="*/ 0 h 109"/>
                <a:gd name="T6" fmla="*/ 119 w 119"/>
                <a:gd name="T7" fmla="*/ 4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09">
                  <a:moveTo>
                    <a:pt x="119" y="47"/>
                  </a:moveTo>
                  <a:lnTo>
                    <a:pt x="0" y="109"/>
                  </a:lnTo>
                  <a:lnTo>
                    <a:pt x="22" y="0"/>
                  </a:lnTo>
                  <a:lnTo>
                    <a:pt x="119" y="4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7" name="Freeform 324"/>
            <p:cNvSpPr>
              <a:spLocks/>
            </p:cNvSpPr>
            <p:nvPr/>
          </p:nvSpPr>
          <p:spPr bwMode="auto">
            <a:xfrm>
              <a:off x="5439344" y="4616461"/>
              <a:ext cx="262290" cy="221773"/>
            </a:xfrm>
            <a:custGeom>
              <a:avLst/>
              <a:gdLst>
                <a:gd name="T0" fmla="*/ 123 w 123"/>
                <a:gd name="T1" fmla="*/ 78 h 104"/>
                <a:gd name="T2" fmla="*/ 24 w 123"/>
                <a:gd name="T3" fmla="*/ 0 h 104"/>
                <a:gd name="T4" fmla="*/ 0 w 123"/>
                <a:gd name="T5" fmla="*/ 104 h 104"/>
                <a:gd name="T6" fmla="*/ 123 w 123"/>
                <a:gd name="T7" fmla="*/ 7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104">
                  <a:moveTo>
                    <a:pt x="123" y="78"/>
                  </a:moveTo>
                  <a:lnTo>
                    <a:pt x="24" y="0"/>
                  </a:lnTo>
                  <a:lnTo>
                    <a:pt x="0" y="104"/>
                  </a:lnTo>
                  <a:lnTo>
                    <a:pt x="123" y="7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8" name="Freeform 325"/>
            <p:cNvSpPr>
              <a:spLocks/>
            </p:cNvSpPr>
            <p:nvPr/>
          </p:nvSpPr>
          <p:spPr bwMode="auto">
            <a:xfrm>
              <a:off x="5236762" y="4616461"/>
              <a:ext cx="253760" cy="221773"/>
            </a:xfrm>
            <a:custGeom>
              <a:avLst/>
              <a:gdLst>
                <a:gd name="T0" fmla="*/ 95 w 119"/>
                <a:gd name="T1" fmla="*/ 104 h 104"/>
                <a:gd name="T2" fmla="*/ 0 w 119"/>
                <a:gd name="T3" fmla="*/ 62 h 104"/>
                <a:gd name="T4" fmla="*/ 119 w 119"/>
                <a:gd name="T5" fmla="*/ 0 h 104"/>
                <a:gd name="T6" fmla="*/ 95 w 119"/>
                <a:gd name="T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04">
                  <a:moveTo>
                    <a:pt x="95" y="104"/>
                  </a:moveTo>
                  <a:lnTo>
                    <a:pt x="0" y="62"/>
                  </a:lnTo>
                  <a:lnTo>
                    <a:pt x="119" y="0"/>
                  </a:lnTo>
                  <a:lnTo>
                    <a:pt x="95" y="10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89" name="Freeform 326"/>
            <p:cNvSpPr>
              <a:spLocks/>
            </p:cNvSpPr>
            <p:nvPr/>
          </p:nvSpPr>
          <p:spPr bwMode="auto">
            <a:xfrm>
              <a:off x="8985581" y="3102433"/>
              <a:ext cx="503254" cy="513917"/>
            </a:xfrm>
            <a:custGeom>
              <a:avLst/>
              <a:gdLst>
                <a:gd name="T0" fmla="*/ 104 w 236"/>
                <a:gd name="T1" fmla="*/ 241 h 241"/>
                <a:gd name="T2" fmla="*/ 0 w 236"/>
                <a:gd name="T3" fmla="*/ 0 h 241"/>
                <a:gd name="T4" fmla="*/ 236 w 236"/>
                <a:gd name="T5" fmla="*/ 9 h 241"/>
                <a:gd name="T6" fmla="*/ 104 w 236"/>
                <a:gd name="T7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241">
                  <a:moveTo>
                    <a:pt x="104" y="241"/>
                  </a:moveTo>
                  <a:lnTo>
                    <a:pt x="0" y="0"/>
                  </a:lnTo>
                  <a:lnTo>
                    <a:pt x="236" y="9"/>
                  </a:lnTo>
                  <a:lnTo>
                    <a:pt x="104" y="24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0" name="Freeform 327"/>
            <p:cNvSpPr>
              <a:spLocks/>
            </p:cNvSpPr>
            <p:nvPr/>
          </p:nvSpPr>
          <p:spPr bwMode="auto">
            <a:xfrm>
              <a:off x="7209264" y="4232623"/>
              <a:ext cx="458474" cy="516049"/>
            </a:xfrm>
            <a:custGeom>
              <a:avLst/>
              <a:gdLst>
                <a:gd name="T0" fmla="*/ 154 w 215"/>
                <a:gd name="T1" fmla="*/ 242 h 242"/>
                <a:gd name="T2" fmla="*/ 0 w 215"/>
                <a:gd name="T3" fmla="*/ 26 h 242"/>
                <a:gd name="T4" fmla="*/ 215 w 215"/>
                <a:gd name="T5" fmla="*/ 0 h 242"/>
                <a:gd name="T6" fmla="*/ 154 w 215"/>
                <a:gd name="T7" fmla="*/ 24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" h="242">
                  <a:moveTo>
                    <a:pt x="154" y="242"/>
                  </a:moveTo>
                  <a:lnTo>
                    <a:pt x="0" y="26"/>
                  </a:lnTo>
                  <a:lnTo>
                    <a:pt x="215" y="0"/>
                  </a:lnTo>
                  <a:lnTo>
                    <a:pt x="154" y="24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1" name="Freeform 328"/>
            <p:cNvSpPr>
              <a:spLocks/>
            </p:cNvSpPr>
            <p:nvPr/>
          </p:nvSpPr>
          <p:spPr bwMode="auto">
            <a:xfrm>
              <a:off x="9207354" y="3121625"/>
              <a:ext cx="407296" cy="494725"/>
            </a:xfrm>
            <a:custGeom>
              <a:avLst/>
              <a:gdLst>
                <a:gd name="T0" fmla="*/ 0 w 191"/>
                <a:gd name="T1" fmla="*/ 232 h 232"/>
                <a:gd name="T2" fmla="*/ 132 w 191"/>
                <a:gd name="T3" fmla="*/ 0 h 232"/>
                <a:gd name="T4" fmla="*/ 191 w 191"/>
                <a:gd name="T5" fmla="*/ 192 h 232"/>
                <a:gd name="T6" fmla="*/ 0 w 191"/>
                <a:gd name="T7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232">
                  <a:moveTo>
                    <a:pt x="0" y="232"/>
                  </a:moveTo>
                  <a:lnTo>
                    <a:pt x="132" y="0"/>
                  </a:lnTo>
                  <a:lnTo>
                    <a:pt x="191" y="192"/>
                  </a:lnTo>
                  <a:lnTo>
                    <a:pt x="0" y="23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2" name="Freeform 329"/>
            <p:cNvSpPr>
              <a:spLocks/>
            </p:cNvSpPr>
            <p:nvPr/>
          </p:nvSpPr>
          <p:spPr bwMode="auto">
            <a:xfrm>
              <a:off x="8985581" y="2718594"/>
              <a:ext cx="503254" cy="403031"/>
            </a:xfrm>
            <a:custGeom>
              <a:avLst/>
              <a:gdLst>
                <a:gd name="T0" fmla="*/ 0 w 236"/>
                <a:gd name="T1" fmla="*/ 180 h 189"/>
                <a:gd name="T2" fmla="*/ 149 w 236"/>
                <a:gd name="T3" fmla="*/ 0 h 189"/>
                <a:gd name="T4" fmla="*/ 236 w 236"/>
                <a:gd name="T5" fmla="*/ 189 h 189"/>
                <a:gd name="T6" fmla="*/ 0 w 236"/>
                <a:gd name="T7" fmla="*/ 18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189">
                  <a:moveTo>
                    <a:pt x="0" y="180"/>
                  </a:moveTo>
                  <a:lnTo>
                    <a:pt x="149" y="0"/>
                  </a:lnTo>
                  <a:lnTo>
                    <a:pt x="236" y="189"/>
                  </a:lnTo>
                  <a:lnTo>
                    <a:pt x="0" y="18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3" name="Freeform 330"/>
            <p:cNvSpPr>
              <a:spLocks/>
            </p:cNvSpPr>
            <p:nvPr/>
          </p:nvSpPr>
          <p:spPr bwMode="auto">
            <a:xfrm>
              <a:off x="8827781" y="3102433"/>
              <a:ext cx="379573" cy="513917"/>
            </a:xfrm>
            <a:custGeom>
              <a:avLst/>
              <a:gdLst>
                <a:gd name="T0" fmla="*/ 178 w 178"/>
                <a:gd name="T1" fmla="*/ 241 h 241"/>
                <a:gd name="T2" fmla="*/ 0 w 178"/>
                <a:gd name="T3" fmla="*/ 222 h 241"/>
                <a:gd name="T4" fmla="*/ 74 w 178"/>
                <a:gd name="T5" fmla="*/ 0 h 241"/>
                <a:gd name="T6" fmla="*/ 178 w 178"/>
                <a:gd name="T7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241">
                  <a:moveTo>
                    <a:pt x="178" y="241"/>
                  </a:moveTo>
                  <a:lnTo>
                    <a:pt x="0" y="222"/>
                  </a:lnTo>
                  <a:lnTo>
                    <a:pt x="74" y="0"/>
                  </a:lnTo>
                  <a:lnTo>
                    <a:pt x="178" y="24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4" name="Freeform 331"/>
            <p:cNvSpPr>
              <a:spLocks/>
            </p:cNvSpPr>
            <p:nvPr/>
          </p:nvSpPr>
          <p:spPr bwMode="auto">
            <a:xfrm>
              <a:off x="9237208" y="2415789"/>
              <a:ext cx="339058" cy="302806"/>
            </a:xfrm>
            <a:custGeom>
              <a:avLst/>
              <a:gdLst>
                <a:gd name="T0" fmla="*/ 159 w 159"/>
                <a:gd name="T1" fmla="*/ 0 h 142"/>
                <a:gd name="T2" fmla="*/ 31 w 159"/>
                <a:gd name="T3" fmla="*/ 142 h 142"/>
                <a:gd name="T4" fmla="*/ 0 w 159"/>
                <a:gd name="T5" fmla="*/ 0 h 142"/>
                <a:gd name="T6" fmla="*/ 159 w 159"/>
                <a:gd name="T7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142">
                  <a:moveTo>
                    <a:pt x="159" y="0"/>
                  </a:moveTo>
                  <a:lnTo>
                    <a:pt x="31" y="142"/>
                  </a:lnTo>
                  <a:lnTo>
                    <a:pt x="0" y="0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5" name="Freeform 332"/>
            <p:cNvSpPr>
              <a:spLocks/>
            </p:cNvSpPr>
            <p:nvPr/>
          </p:nvSpPr>
          <p:spPr bwMode="auto">
            <a:xfrm>
              <a:off x="8889622" y="2415789"/>
              <a:ext cx="413692" cy="302806"/>
            </a:xfrm>
            <a:custGeom>
              <a:avLst/>
              <a:gdLst>
                <a:gd name="T0" fmla="*/ 0 w 194"/>
                <a:gd name="T1" fmla="*/ 92 h 142"/>
                <a:gd name="T2" fmla="*/ 194 w 194"/>
                <a:gd name="T3" fmla="*/ 142 h 142"/>
                <a:gd name="T4" fmla="*/ 163 w 194"/>
                <a:gd name="T5" fmla="*/ 0 h 142"/>
                <a:gd name="T6" fmla="*/ 0 w 194"/>
                <a:gd name="T7" fmla="*/ 9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142">
                  <a:moveTo>
                    <a:pt x="0" y="92"/>
                  </a:moveTo>
                  <a:lnTo>
                    <a:pt x="194" y="142"/>
                  </a:lnTo>
                  <a:lnTo>
                    <a:pt x="163" y="0"/>
                  </a:lnTo>
                  <a:lnTo>
                    <a:pt x="0" y="9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6" name="Freeform 333"/>
            <p:cNvSpPr>
              <a:spLocks/>
            </p:cNvSpPr>
            <p:nvPr/>
          </p:nvSpPr>
          <p:spPr bwMode="auto">
            <a:xfrm>
              <a:off x="9576266" y="2415789"/>
              <a:ext cx="411560" cy="373177"/>
            </a:xfrm>
            <a:custGeom>
              <a:avLst/>
              <a:gdLst>
                <a:gd name="T0" fmla="*/ 193 w 193"/>
                <a:gd name="T1" fmla="*/ 82 h 175"/>
                <a:gd name="T2" fmla="*/ 0 w 193"/>
                <a:gd name="T3" fmla="*/ 0 h 175"/>
                <a:gd name="T4" fmla="*/ 85 w 193"/>
                <a:gd name="T5" fmla="*/ 175 h 175"/>
                <a:gd name="T6" fmla="*/ 193 w 193"/>
                <a:gd name="T7" fmla="*/ 8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3" h="175">
                  <a:moveTo>
                    <a:pt x="193" y="82"/>
                  </a:moveTo>
                  <a:lnTo>
                    <a:pt x="0" y="0"/>
                  </a:lnTo>
                  <a:lnTo>
                    <a:pt x="85" y="175"/>
                  </a:lnTo>
                  <a:lnTo>
                    <a:pt x="193" y="8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7" name="Freeform 334"/>
            <p:cNvSpPr>
              <a:spLocks/>
            </p:cNvSpPr>
            <p:nvPr/>
          </p:nvSpPr>
          <p:spPr bwMode="auto">
            <a:xfrm>
              <a:off x="9303315" y="2415789"/>
              <a:ext cx="454209" cy="373177"/>
            </a:xfrm>
            <a:custGeom>
              <a:avLst/>
              <a:gdLst>
                <a:gd name="T0" fmla="*/ 0 w 213"/>
                <a:gd name="T1" fmla="*/ 142 h 175"/>
                <a:gd name="T2" fmla="*/ 128 w 213"/>
                <a:gd name="T3" fmla="*/ 0 h 175"/>
                <a:gd name="T4" fmla="*/ 213 w 213"/>
                <a:gd name="T5" fmla="*/ 175 h 175"/>
                <a:gd name="T6" fmla="*/ 0 w 213"/>
                <a:gd name="T7" fmla="*/ 14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3" h="175">
                  <a:moveTo>
                    <a:pt x="0" y="142"/>
                  </a:moveTo>
                  <a:lnTo>
                    <a:pt x="128" y="0"/>
                  </a:lnTo>
                  <a:lnTo>
                    <a:pt x="213" y="175"/>
                  </a:lnTo>
                  <a:lnTo>
                    <a:pt x="0" y="14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8" name="Freeform 335"/>
            <p:cNvSpPr>
              <a:spLocks/>
            </p:cNvSpPr>
            <p:nvPr/>
          </p:nvSpPr>
          <p:spPr bwMode="auto">
            <a:xfrm>
              <a:off x="9303315" y="2718594"/>
              <a:ext cx="454209" cy="403031"/>
            </a:xfrm>
            <a:custGeom>
              <a:avLst/>
              <a:gdLst>
                <a:gd name="T0" fmla="*/ 87 w 213"/>
                <a:gd name="T1" fmla="*/ 189 h 189"/>
                <a:gd name="T2" fmla="*/ 0 w 213"/>
                <a:gd name="T3" fmla="*/ 0 h 189"/>
                <a:gd name="T4" fmla="*/ 213 w 213"/>
                <a:gd name="T5" fmla="*/ 33 h 189"/>
                <a:gd name="T6" fmla="*/ 87 w 213"/>
                <a:gd name="T7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3" h="189">
                  <a:moveTo>
                    <a:pt x="87" y="189"/>
                  </a:moveTo>
                  <a:lnTo>
                    <a:pt x="0" y="0"/>
                  </a:lnTo>
                  <a:lnTo>
                    <a:pt x="213" y="33"/>
                  </a:lnTo>
                  <a:lnTo>
                    <a:pt x="87" y="18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99" name="Freeform 336"/>
            <p:cNvSpPr>
              <a:spLocks/>
            </p:cNvSpPr>
            <p:nvPr/>
          </p:nvSpPr>
          <p:spPr bwMode="auto">
            <a:xfrm>
              <a:off x="9488836" y="2788965"/>
              <a:ext cx="420090" cy="362514"/>
            </a:xfrm>
            <a:custGeom>
              <a:avLst/>
              <a:gdLst>
                <a:gd name="T0" fmla="*/ 197 w 197"/>
                <a:gd name="T1" fmla="*/ 170 h 170"/>
                <a:gd name="T2" fmla="*/ 0 w 197"/>
                <a:gd name="T3" fmla="*/ 156 h 170"/>
                <a:gd name="T4" fmla="*/ 126 w 197"/>
                <a:gd name="T5" fmla="*/ 0 h 170"/>
                <a:gd name="T6" fmla="*/ 197 w 197"/>
                <a:gd name="T7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7" h="170">
                  <a:moveTo>
                    <a:pt x="197" y="170"/>
                  </a:moveTo>
                  <a:lnTo>
                    <a:pt x="0" y="156"/>
                  </a:lnTo>
                  <a:lnTo>
                    <a:pt x="126" y="0"/>
                  </a:lnTo>
                  <a:lnTo>
                    <a:pt x="197" y="17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0" name="Freeform 337"/>
            <p:cNvSpPr>
              <a:spLocks/>
            </p:cNvSpPr>
            <p:nvPr/>
          </p:nvSpPr>
          <p:spPr bwMode="auto">
            <a:xfrm>
              <a:off x="9757522" y="2590648"/>
              <a:ext cx="381706" cy="253760"/>
            </a:xfrm>
            <a:custGeom>
              <a:avLst/>
              <a:gdLst>
                <a:gd name="T0" fmla="*/ 179 w 179"/>
                <a:gd name="T1" fmla="*/ 119 h 119"/>
                <a:gd name="T2" fmla="*/ 0 w 179"/>
                <a:gd name="T3" fmla="*/ 93 h 119"/>
                <a:gd name="T4" fmla="*/ 108 w 179"/>
                <a:gd name="T5" fmla="*/ 0 h 119"/>
                <a:gd name="T6" fmla="*/ 179 w 179"/>
                <a:gd name="T7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19">
                  <a:moveTo>
                    <a:pt x="179" y="119"/>
                  </a:moveTo>
                  <a:lnTo>
                    <a:pt x="0" y="93"/>
                  </a:lnTo>
                  <a:lnTo>
                    <a:pt x="108" y="0"/>
                  </a:lnTo>
                  <a:lnTo>
                    <a:pt x="179" y="11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1" name="Freeform 338"/>
            <p:cNvSpPr>
              <a:spLocks/>
            </p:cNvSpPr>
            <p:nvPr/>
          </p:nvSpPr>
          <p:spPr bwMode="auto">
            <a:xfrm>
              <a:off x="9987825" y="2590648"/>
              <a:ext cx="494725" cy="253760"/>
            </a:xfrm>
            <a:custGeom>
              <a:avLst/>
              <a:gdLst>
                <a:gd name="T0" fmla="*/ 232 w 232"/>
                <a:gd name="T1" fmla="*/ 27 h 119"/>
                <a:gd name="T2" fmla="*/ 71 w 232"/>
                <a:gd name="T3" fmla="*/ 119 h 119"/>
                <a:gd name="T4" fmla="*/ 0 w 232"/>
                <a:gd name="T5" fmla="*/ 0 h 119"/>
                <a:gd name="T6" fmla="*/ 232 w 232"/>
                <a:gd name="T7" fmla="*/ 2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119">
                  <a:moveTo>
                    <a:pt x="232" y="27"/>
                  </a:moveTo>
                  <a:lnTo>
                    <a:pt x="71" y="119"/>
                  </a:lnTo>
                  <a:lnTo>
                    <a:pt x="0" y="0"/>
                  </a:lnTo>
                  <a:lnTo>
                    <a:pt x="232" y="2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2" name="Freeform 339"/>
            <p:cNvSpPr>
              <a:spLocks/>
            </p:cNvSpPr>
            <p:nvPr/>
          </p:nvSpPr>
          <p:spPr bwMode="auto">
            <a:xfrm>
              <a:off x="9757522" y="2788965"/>
              <a:ext cx="381706" cy="362514"/>
            </a:xfrm>
            <a:custGeom>
              <a:avLst/>
              <a:gdLst>
                <a:gd name="T0" fmla="*/ 71 w 179"/>
                <a:gd name="T1" fmla="*/ 170 h 170"/>
                <a:gd name="T2" fmla="*/ 0 w 179"/>
                <a:gd name="T3" fmla="*/ 0 h 170"/>
                <a:gd name="T4" fmla="*/ 179 w 179"/>
                <a:gd name="T5" fmla="*/ 26 h 170"/>
                <a:gd name="T6" fmla="*/ 71 w 179"/>
                <a:gd name="T7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70">
                  <a:moveTo>
                    <a:pt x="71" y="170"/>
                  </a:moveTo>
                  <a:lnTo>
                    <a:pt x="0" y="0"/>
                  </a:lnTo>
                  <a:lnTo>
                    <a:pt x="179" y="26"/>
                  </a:lnTo>
                  <a:lnTo>
                    <a:pt x="71" y="17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3" name="Freeform 340"/>
            <p:cNvSpPr>
              <a:spLocks/>
            </p:cNvSpPr>
            <p:nvPr/>
          </p:nvSpPr>
          <p:spPr bwMode="auto">
            <a:xfrm>
              <a:off x="9488836" y="3121625"/>
              <a:ext cx="420090" cy="409427"/>
            </a:xfrm>
            <a:custGeom>
              <a:avLst/>
              <a:gdLst>
                <a:gd name="T0" fmla="*/ 59 w 197"/>
                <a:gd name="T1" fmla="*/ 192 h 192"/>
                <a:gd name="T2" fmla="*/ 0 w 197"/>
                <a:gd name="T3" fmla="*/ 0 h 192"/>
                <a:gd name="T4" fmla="*/ 197 w 197"/>
                <a:gd name="T5" fmla="*/ 14 h 192"/>
                <a:gd name="T6" fmla="*/ 59 w 197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7" h="192">
                  <a:moveTo>
                    <a:pt x="59" y="192"/>
                  </a:moveTo>
                  <a:lnTo>
                    <a:pt x="0" y="0"/>
                  </a:lnTo>
                  <a:lnTo>
                    <a:pt x="197" y="14"/>
                  </a:lnTo>
                  <a:lnTo>
                    <a:pt x="59" y="19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4" name="Freeform 341"/>
            <p:cNvSpPr>
              <a:spLocks/>
            </p:cNvSpPr>
            <p:nvPr/>
          </p:nvSpPr>
          <p:spPr bwMode="auto">
            <a:xfrm>
              <a:off x="9908926" y="2844409"/>
              <a:ext cx="230303" cy="454209"/>
            </a:xfrm>
            <a:custGeom>
              <a:avLst/>
              <a:gdLst>
                <a:gd name="T0" fmla="*/ 108 w 108"/>
                <a:gd name="T1" fmla="*/ 213 h 213"/>
                <a:gd name="T2" fmla="*/ 108 w 108"/>
                <a:gd name="T3" fmla="*/ 0 h 213"/>
                <a:gd name="T4" fmla="*/ 0 w 108"/>
                <a:gd name="T5" fmla="*/ 144 h 213"/>
                <a:gd name="T6" fmla="*/ 108 w 108"/>
                <a:gd name="T7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3">
                  <a:moveTo>
                    <a:pt x="108" y="213"/>
                  </a:moveTo>
                  <a:lnTo>
                    <a:pt x="108" y="0"/>
                  </a:lnTo>
                  <a:lnTo>
                    <a:pt x="0" y="144"/>
                  </a:lnTo>
                  <a:lnTo>
                    <a:pt x="108" y="21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5" name="Freeform 342"/>
            <p:cNvSpPr>
              <a:spLocks/>
            </p:cNvSpPr>
            <p:nvPr/>
          </p:nvSpPr>
          <p:spPr bwMode="auto">
            <a:xfrm>
              <a:off x="10139229" y="2844409"/>
              <a:ext cx="258025" cy="454209"/>
            </a:xfrm>
            <a:custGeom>
              <a:avLst/>
              <a:gdLst>
                <a:gd name="T0" fmla="*/ 121 w 121"/>
                <a:gd name="T1" fmla="*/ 130 h 213"/>
                <a:gd name="T2" fmla="*/ 0 w 121"/>
                <a:gd name="T3" fmla="*/ 0 h 213"/>
                <a:gd name="T4" fmla="*/ 0 w 121"/>
                <a:gd name="T5" fmla="*/ 213 h 213"/>
                <a:gd name="T6" fmla="*/ 121 w 121"/>
                <a:gd name="T7" fmla="*/ 13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213">
                  <a:moveTo>
                    <a:pt x="121" y="130"/>
                  </a:moveTo>
                  <a:lnTo>
                    <a:pt x="0" y="0"/>
                  </a:lnTo>
                  <a:lnTo>
                    <a:pt x="0" y="213"/>
                  </a:lnTo>
                  <a:lnTo>
                    <a:pt x="121" y="13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6" name="Freeform 343"/>
            <p:cNvSpPr>
              <a:spLocks/>
            </p:cNvSpPr>
            <p:nvPr/>
          </p:nvSpPr>
          <p:spPr bwMode="auto">
            <a:xfrm>
              <a:off x="10139229" y="2844409"/>
              <a:ext cx="454209" cy="277216"/>
            </a:xfrm>
            <a:custGeom>
              <a:avLst/>
              <a:gdLst>
                <a:gd name="T0" fmla="*/ 213 w 213"/>
                <a:gd name="T1" fmla="*/ 12 h 130"/>
                <a:gd name="T2" fmla="*/ 0 w 213"/>
                <a:gd name="T3" fmla="*/ 0 h 130"/>
                <a:gd name="T4" fmla="*/ 121 w 213"/>
                <a:gd name="T5" fmla="*/ 130 h 130"/>
                <a:gd name="T6" fmla="*/ 213 w 213"/>
                <a:gd name="T7" fmla="*/ 12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3" h="130">
                  <a:moveTo>
                    <a:pt x="213" y="12"/>
                  </a:moveTo>
                  <a:lnTo>
                    <a:pt x="0" y="0"/>
                  </a:lnTo>
                  <a:lnTo>
                    <a:pt x="121" y="130"/>
                  </a:lnTo>
                  <a:lnTo>
                    <a:pt x="213" y="1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7" name="Freeform 344"/>
            <p:cNvSpPr>
              <a:spLocks/>
            </p:cNvSpPr>
            <p:nvPr/>
          </p:nvSpPr>
          <p:spPr bwMode="auto">
            <a:xfrm>
              <a:off x="10139229" y="2648225"/>
              <a:ext cx="454209" cy="221773"/>
            </a:xfrm>
            <a:custGeom>
              <a:avLst/>
              <a:gdLst>
                <a:gd name="T0" fmla="*/ 161 w 213"/>
                <a:gd name="T1" fmla="*/ 0 h 104"/>
                <a:gd name="T2" fmla="*/ 213 w 213"/>
                <a:gd name="T3" fmla="*/ 104 h 104"/>
                <a:gd name="T4" fmla="*/ 0 w 213"/>
                <a:gd name="T5" fmla="*/ 92 h 104"/>
                <a:gd name="T6" fmla="*/ 161 w 213"/>
                <a:gd name="T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3" h="104">
                  <a:moveTo>
                    <a:pt x="161" y="0"/>
                  </a:moveTo>
                  <a:lnTo>
                    <a:pt x="213" y="104"/>
                  </a:lnTo>
                  <a:lnTo>
                    <a:pt x="0" y="92"/>
                  </a:lnTo>
                  <a:lnTo>
                    <a:pt x="16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8" name="Freeform 345"/>
            <p:cNvSpPr>
              <a:spLocks/>
            </p:cNvSpPr>
            <p:nvPr/>
          </p:nvSpPr>
          <p:spPr bwMode="auto">
            <a:xfrm>
              <a:off x="10482550" y="2648225"/>
              <a:ext cx="277216" cy="221773"/>
            </a:xfrm>
            <a:custGeom>
              <a:avLst/>
              <a:gdLst>
                <a:gd name="T0" fmla="*/ 130 w 130"/>
                <a:gd name="T1" fmla="*/ 18 h 104"/>
                <a:gd name="T2" fmla="*/ 52 w 130"/>
                <a:gd name="T3" fmla="*/ 104 h 104"/>
                <a:gd name="T4" fmla="*/ 0 w 130"/>
                <a:gd name="T5" fmla="*/ 0 h 104"/>
                <a:gd name="T6" fmla="*/ 130 w 130"/>
                <a:gd name="T7" fmla="*/ 1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104">
                  <a:moveTo>
                    <a:pt x="130" y="18"/>
                  </a:moveTo>
                  <a:lnTo>
                    <a:pt x="52" y="104"/>
                  </a:lnTo>
                  <a:lnTo>
                    <a:pt x="0" y="0"/>
                  </a:lnTo>
                  <a:lnTo>
                    <a:pt x="130" y="1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09" name="Freeform 346"/>
            <p:cNvSpPr>
              <a:spLocks/>
            </p:cNvSpPr>
            <p:nvPr/>
          </p:nvSpPr>
          <p:spPr bwMode="auto">
            <a:xfrm>
              <a:off x="10397252" y="2869998"/>
              <a:ext cx="307070" cy="281481"/>
            </a:xfrm>
            <a:custGeom>
              <a:avLst/>
              <a:gdLst>
                <a:gd name="T0" fmla="*/ 144 w 144"/>
                <a:gd name="T1" fmla="*/ 132 h 132"/>
                <a:gd name="T2" fmla="*/ 92 w 144"/>
                <a:gd name="T3" fmla="*/ 0 h 132"/>
                <a:gd name="T4" fmla="*/ 0 w 144"/>
                <a:gd name="T5" fmla="*/ 118 h 132"/>
                <a:gd name="T6" fmla="*/ 144 w 144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132">
                  <a:moveTo>
                    <a:pt x="144" y="132"/>
                  </a:moveTo>
                  <a:lnTo>
                    <a:pt x="92" y="0"/>
                  </a:lnTo>
                  <a:lnTo>
                    <a:pt x="0" y="118"/>
                  </a:lnTo>
                  <a:lnTo>
                    <a:pt x="144" y="13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0" name="Freeform 347"/>
            <p:cNvSpPr>
              <a:spLocks/>
            </p:cNvSpPr>
            <p:nvPr/>
          </p:nvSpPr>
          <p:spPr bwMode="auto">
            <a:xfrm>
              <a:off x="10593436" y="2869998"/>
              <a:ext cx="253760" cy="281481"/>
            </a:xfrm>
            <a:custGeom>
              <a:avLst/>
              <a:gdLst>
                <a:gd name="T0" fmla="*/ 119 w 119"/>
                <a:gd name="T1" fmla="*/ 12 h 132"/>
                <a:gd name="T2" fmla="*/ 0 w 119"/>
                <a:gd name="T3" fmla="*/ 0 h 132"/>
                <a:gd name="T4" fmla="*/ 52 w 119"/>
                <a:gd name="T5" fmla="*/ 132 h 132"/>
                <a:gd name="T6" fmla="*/ 119 w 119"/>
                <a:gd name="T7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32">
                  <a:moveTo>
                    <a:pt x="119" y="12"/>
                  </a:moveTo>
                  <a:lnTo>
                    <a:pt x="0" y="0"/>
                  </a:lnTo>
                  <a:lnTo>
                    <a:pt x="52" y="132"/>
                  </a:lnTo>
                  <a:lnTo>
                    <a:pt x="119" y="1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1" name="Freeform 348"/>
            <p:cNvSpPr>
              <a:spLocks/>
            </p:cNvSpPr>
            <p:nvPr/>
          </p:nvSpPr>
          <p:spPr bwMode="auto">
            <a:xfrm>
              <a:off x="10704323" y="2895587"/>
              <a:ext cx="272952" cy="255892"/>
            </a:xfrm>
            <a:custGeom>
              <a:avLst/>
              <a:gdLst>
                <a:gd name="T0" fmla="*/ 128 w 128"/>
                <a:gd name="T1" fmla="*/ 97 h 120"/>
                <a:gd name="T2" fmla="*/ 67 w 128"/>
                <a:gd name="T3" fmla="*/ 0 h 120"/>
                <a:gd name="T4" fmla="*/ 0 w 128"/>
                <a:gd name="T5" fmla="*/ 120 h 120"/>
                <a:gd name="T6" fmla="*/ 128 w 128"/>
                <a:gd name="T7" fmla="*/ 97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120">
                  <a:moveTo>
                    <a:pt x="128" y="97"/>
                  </a:moveTo>
                  <a:lnTo>
                    <a:pt x="67" y="0"/>
                  </a:lnTo>
                  <a:lnTo>
                    <a:pt x="0" y="120"/>
                  </a:lnTo>
                  <a:lnTo>
                    <a:pt x="128" y="9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2" name="Freeform 349"/>
            <p:cNvSpPr>
              <a:spLocks/>
            </p:cNvSpPr>
            <p:nvPr/>
          </p:nvSpPr>
          <p:spPr bwMode="auto">
            <a:xfrm>
              <a:off x="10704323" y="3102433"/>
              <a:ext cx="272952" cy="302806"/>
            </a:xfrm>
            <a:custGeom>
              <a:avLst/>
              <a:gdLst>
                <a:gd name="T0" fmla="*/ 7 w 128"/>
                <a:gd name="T1" fmla="*/ 142 h 142"/>
                <a:gd name="T2" fmla="*/ 0 w 128"/>
                <a:gd name="T3" fmla="*/ 23 h 142"/>
                <a:gd name="T4" fmla="*/ 128 w 128"/>
                <a:gd name="T5" fmla="*/ 0 h 142"/>
                <a:gd name="T6" fmla="*/ 7 w 128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142">
                  <a:moveTo>
                    <a:pt x="7" y="142"/>
                  </a:moveTo>
                  <a:lnTo>
                    <a:pt x="0" y="23"/>
                  </a:lnTo>
                  <a:lnTo>
                    <a:pt x="128" y="0"/>
                  </a:lnTo>
                  <a:lnTo>
                    <a:pt x="7" y="14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3" name="Freeform 350"/>
            <p:cNvSpPr>
              <a:spLocks/>
            </p:cNvSpPr>
            <p:nvPr/>
          </p:nvSpPr>
          <p:spPr bwMode="auto">
            <a:xfrm>
              <a:off x="10593436" y="2686609"/>
              <a:ext cx="253760" cy="208979"/>
            </a:xfrm>
            <a:custGeom>
              <a:avLst/>
              <a:gdLst>
                <a:gd name="T0" fmla="*/ 78 w 119"/>
                <a:gd name="T1" fmla="*/ 0 h 98"/>
                <a:gd name="T2" fmla="*/ 119 w 119"/>
                <a:gd name="T3" fmla="*/ 98 h 98"/>
                <a:gd name="T4" fmla="*/ 0 w 119"/>
                <a:gd name="T5" fmla="*/ 86 h 98"/>
                <a:gd name="T6" fmla="*/ 78 w 11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98">
                  <a:moveTo>
                    <a:pt x="78" y="0"/>
                  </a:moveTo>
                  <a:lnTo>
                    <a:pt x="119" y="98"/>
                  </a:lnTo>
                  <a:lnTo>
                    <a:pt x="0" y="86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4" name="Freeform 351"/>
            <p:cNvSpPr>
              <a:spLocks/>
            </p:cNvSpPr>
            <p:nvPr/>
          </p:nvSpPr>
          <p:spPr bwMode="auto">
            <a:xfrm>
              <a:off x="10759766" y="2686609"/>
              <a:ext cx="253760" cy="208979"/>
            </a:xfrm>
            <a:custGeom>
              <a:avLst/>
              <a:gdLst>
                <a:gd name="T0" fmla="*/ 119 w 119"/>
                <a:gd name="T1" fmla="*/ 34 h 98"/>
                <a:gd name="T2" fmla="*/ 41 w 119"/>
                <a:gd name="T3" fmla="*/ 98 h 98"/>
                <a:gd name="T4" fmla="*/ 0 w 119"/>
                <a:gd name="T5" fmla="*/ 0 h 98"/>
                <a:gd name="T6" fmla="*/ 119 w 119"/>
                <a:gd name="T7" fmla="*/ 3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98">
                  <a:moveTo>
                    <a:pt x="119" y="34"/>
                  </a:moveTo>
                  <a:lnTo>
                    <a:pt x="41" y="98"/>
                  </a:lnTo>
                  <a:lnTo>
                    <a:pt x="0" y="0"/>
                  </a:lnTo>
                  <a:lnTo>
                    <a:pt x="119" y="3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5" name="Freeform 352"/>
            <p:cNvSpPr>
              <a:spLocks/>
            </p:cNvSpPr>
            <p:nvPr/>
          </p:nvSpPr>
          <p:spPr bwMode="auto">
            <a:xfrm>
              <a:off x="10847197" y="2895587"/>
              <a:ext cx="245231" cy="206847"/>
            </a:xfrm>
            <a:custGeom>
              <a:avLst/>
              <a:gdLst>
                <a:gd name="T0" fmla="*/ 61 w 115"/>
                <a:gd name="T1" fmla="*/ 97 h 97"/>
                <a:gd name="T2" fmla="*/ 115 w 115"/>
                <a:gd name="T3" fmla="*/ 35 h 97"/>
                <a:gd name="T4" fmla="*/ 0 w 115"/>
                <a:gd name="T5" fmla="*/ 0 h 97"/>
                <a:gd name="T6" fmla="*/ 61 w 115"/>
                <a:gd name="T7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" h="97">
                  <a:moveTo>
                    <a:pt x="61" y="97"/>
                  </a:moveTo>
                  <a:lnTo>
                    <a:pt x="115" y="35"/>
                  </a:lnTo>
                  <a:lnTo>
                    <a:pt x="0" y="0"/>
                  </a:lnTo>
                  <a:lnTo>
                    <a:pt x="61" y="9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6" name="Freeform 353"/>
            <p:cNvSpPr>
              <a:spLocks/>
            </p:cNvSpPr>
            <p:nvPr/>
          </p:nvSpPr>
          <p:spPr bwMode="auto">
            <a:xfrm>
              <a:off x="10977274" y="2970222"/>
              <a:ext cx="262290" cy="132211"/>
            </a:xfrm>
            <a:custGeom>
              <a:avLst/>
              <a:gdLst>
                <a:gd name="T0" fmla="*/ 123 w 123"/>
                <a:gd name="T1" fmla="*/ 36 h 62"/>
                <a:gd name="T2" fmla="*/ 0 w 123"/>
                <a:gd name="T3" fmla="*/ 62 h 62"/>
                <a:gd name="T4" fmla="*/ 54 w 123"/>
                <a:gd name="T5" fmla="*/ 0 h 62"/>
                <a:gd name="T6" fmla="*/ 123 w 123"/>
                <a:gd name="T7" fmla="*/ 3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62">
                  <a:moveTo>
                    <a:pt x="123" y="36"/>
                  </a:moveTo>
                  <a:lnTo>
                    <a:pt x="0" y="62"/>
                  </a:lnTo>
                  <a:lnTo>
                    <a:pt x="54" y="0"/>
                  </a:lnTo>
                  <a:lnTo>
                    <a:pt x="123" y="3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7" name="Freeform 354"/>
            <p:cNvSpPr>
              <a:spLocks/>
            </p:cNvSpPr>
            <p:nvPr/>
          </p:nvSpPr>
          <p:spPr bwMode="auto">
            <a:xfrm>
              <a:off x="10847197" y="2759111"/>
              <a:ext cx="245231" cy="211112"/>
            </a:xfrm>
            <a:custGeom>
              <a:avLst/>
              <a:gdLst>
                <a:gd name="T0" fmla="*/ 78 w 115"/>
                <a:gd name="T1" fmla="*/ 0 h 99"/>
                <a:gd name="T2" fmla="*/ 115 w 115"/>
                <a:gd name="T3" fmla="*/ 99 h 99"/>
                <a:gd name="T4" fmla="*/ 0 w 115"/>
                <a:gd name="T5" fmla="*/ 64 h 99"/>
                <a:gd name="T6" fmla="*/ 78 w 115"/>
                <a:gd name="T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" h="99">
                  <a:moveTo>
                    <a:pt x="78" y="0"/>
                  </a:moveTo>
                  <a:lnTo>
                    <a:pt x="115" y="99"/>
                  </a:lnTo>
                  <a:lnTo>
                    <a:pt x="0" y="64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8" name="Freeform 355"/>
            <p:cNvSpPr>
              <a:spLocks/>
            </p:cNvSpPr>
            <p:nvPr/>
          </p:nvSpPr>
          <p:spPr bwMode="auto">
            <a:xfrm>
              <a:off x="11013527" y="2759111"/>
              <a:ext cx="251627" cy="211112"/>
            </a:xfrm>
            <a:custGeom>
              <a:avLst/>
              <a:gdLst>
                <a:gd name="T0" fmla="*/ 118 w 118"/>
                <a:gd name="T1" fmla="*/ 0 h 99"/>
                <a:gd name="T2" fmla="*/ 37 w 118"/>
                <a:gd name="T3" fmla="*/ 99 h 99"/>
                <a:gd name="T4" fmla="*/ 0 w 118"/>
                <a:gd name="T5" fmla="*/ 0 h 99"/>
                <a:gd name="T6" fmla="*/ 118 w 118"/>
                <a:gd name="T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" h="99">
                  <a:moveTo>
                    <a:pt x="118" y="0"/>
                  </a:moveTo>
                  <a:lnTo>
                    <a:pt x="37" y="99"/>
                  </a:lnTo>
                  <a:lnTo>
                    <a:pt x="0" y="0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19" name="Freeform 356"/>
            <p:cNvSpPr>
              <a:spLocks/>
            </p:cNvSpPr>
            <p:nvPr/>
          </p:nvSpPr>
          <p:spPr bwMode="auto">
            <a:xfrm>
              <a:off x="11092426" y="2759111"/>
              <a:ext cx="383838" cy="211112"/>
            </a:xfrm>
            <a:custGeom>
              <a:avLst/>
              <a:gdLst>
                <a:gd name="T0" fmla="*/ 180 w 180"/>
                <a:gd name="T1" fmla="*/ 52 h 99"/>
                <a:gd name="T2" fmla="*/ 0 w 180"/>
                <a:gd name="T3" fmla="*/ 99 h 99"/>
                <a:gd name="T4" fmla="*/ 81 w 180"/>
                <a:gd name="T5" fmla="*/ 0 h 99"/>
                <a:gd name="T6" fmla="*/ 180 w 180"/>
                <a:gd name="T7" fmla="*/ 5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99">
                  <a:moveTo>
                    <a:pt x="180" y="52"/>
                  </a:moveTo>
                  <a:lnTo>
                    <a:pt x="0" y="99"/>
                  </a:lnTo>
                  <a:lnTo>
                    <a:pt x="81" y="0"/>
                  </a:lnTo>
                  <a:lnTo>
                    <a:pt x="180" y="5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0" name="Freeform 357"/>
            <p:cNvSpPr>
              <a:spLocks/>
            </p:cNvSpPr>
            <p:nvPr/>
          </p:nvSpPr>
          <p:spPr bwMode="auto">
            <a:xfrm>
              <a:off x="11092426" y="2869998"/>
              <a:ext cx="383838" cy="176993"/>
            </a:xfrm>
            <a:custGeom>
              <a:avLst/>
              <a:gdLst>
                <a:gd name="T0" fmla="*/ 69 w 180"/>
                <a:gd name="T1" fmla="*/ 83 h 83"/>
                <a:gd name="T2" fmla="*/ 0 w 180"/>
                <a:gd name="T3" fmla="*/ 47 h 83"/>
                <a:gd name="T4" fmla="*/ 180 w 180"/>
                <a:gd name="T5" fmla="*/ 0 h 83"/>
                <a:gd name="T6" fmla="*/ 69 w 180"/>
                <a:gd name="T7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83">
                  <a:moveTo>
                    <a:pt x="69" y="83"/>
                  </a:moveTo>
                  <a:lnTo>
                    <a:pt x="0" y="47"/>
                  </a:lnTo>
                  <a:lnTo>
                    <a:pt x="180" y="0"/>
                  </a:lnTo>
                  <a:lnTo>
                    <a:pt x="69" y="8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1" name="Freeform 358"/>
            <p:cNvSpPr>
              <a:spLocks/>
            </p:cNvSpPr>
            <p:nvPr/>
          </p:nvSpPr>
          <p:spPr bwMode="auto">
            <a:xfrm>
              <a:off x="10139229" y="3298617"/>
              <a:ext cx="258025" cy="317733"/>
            </a:xfrm>
            <a:custGeom>
              <a:avLst/>
              <a:gdLst>
                <a:gd name="T0" fmla="*/ 0 w 121"/>
                <a:gd name="T1" fmla="*/ 0 h 149"/>
                <a:gd name="T2" fmla="*/ 121 w 121"/>
                <a:gd name="T3" fmla="*/ 33 h 149"/>
                <a:gd name="T4" fmla="*/ 45 w 121"/>
                <a:gd name="T5" fmla="*/ 149 h 149"/>
                <a:gd name="T6" fmla="*/ 0 w 121"/>
                <a:gd name="T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149">
                  <a:moveTo>
                    <a:pt x="0" y="0"/>
                  </a:moveTo>
                  <a:lnTo>
                    <a:pt x="121" y="33"/>
                  </a:lnTo>
                  <a:lnTo>
                    <a:pt x="45" y="14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2" name="Freeform 359"/>
            <p:cNvSpPr>
              <a:spLocks/>
            </p:cNvSpPr>
            <p:nvPr/>
          </p:nvSpPr>
          <p:spPr bwMode="auto">
            <a:xfrm>
              <a:off x="9908926" y="3460682"/>
              <a:ext cx="326263" cy="266555"/>
            </a:xfrm>
            <a:custGeom>
              <a:avLst/>
              <a:gdLst>
                <a:gd name="T0" fmla="*/ 37 w 153"/>
                <a:gd name="T1" fmla="*/ 125 h 125"/>
                <a:gd name="T2" fmla="*/ 153 w 153"/>
                <a:gd name="T3" fmla="*/ 73 h 125"/>
                <a:gd name="T4" fmla="*/ 0 w 153"/>
                <a:gd name="T5" fmla="*/ 0 h 125"/>
                <a:gd name="T6" fmla="*/ 37 w 153"/>
                <a:gd name="T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" h="125">
                  <a:moveTo>
                    <a:pt x="37" y="125"/>
                  </a:moveTo>
                  <a:lnTo>
                    <a:pt x="153" y="73"/>
                  </a:lnTo>
                  <a:lnTo>
                    <a:pt x="0" y="0"/>
                  </a:lnTo>
                  <a:lnTo>
                    <a:pt x="37" y="12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3" name="Freeform 360"/>
            <p:cNvSpPr>
              <a:spLocks/>
            </p:cNvSpPr>
            <p:nvPr/>
          </p:nvSpPr>
          <p:spPr bwMode="auto">
            <a:xfrm>
              <a:off x="9908926" y="3298617"/>
              <a:ext cx="326263" cy="317733"/>
            </a:xfrm>
            <a:custGeom>
              <a:avLst/>
              <a:gdLst>
                <a:gd name="T0" fmla="*/ 108 w 153"/>
                <a:gd name="T1" fmla="*/ 0 h 149"/>
                <a:gd name="T2" fmla="*/ 0 w 153"/>
                <a:gd name="T3" fmla="*/ 76 h 149"/>
                <a:gd name="T4" fmla="*/ 153 w 153"/>
                <a:gd name="T5" fmla="*/ 149 h 149"/>
                <a:gd name="T6" fmla="*/ 108 w 153"/>
                <a:gd name="T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" h="149">
                  <a:moveTo>
                    <a:pt x="108" y="0"/>
                  </a:moveTo>
                  <a:lnTo>
                    <a:pt x="0" y="76"/>
                  </a:lnTo>
                  <a:lnTo>
                    <a:pt x="153" y="149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4" name="Freeform 361"/>
            <p:cNvSpPr>
              <a:spLocks/>
            </p:cNvSpPr>
            <p:nvPr/>
          </p:nvSpPr>
          <p:spPr bwMode="auto">
            <a:xfrm>
              <a:off x="9614650" y="3151479"/>
              <a:ext cx="294276" cy="379573"/>
            </a:xfrm>
            <a:custGeom>
              <a:avLst/>
              <a:gdLst>
                <a:gd name="T0" fmla="*/ 138 w 138"/>
                <a:gd name="T1" fmla="*/ 0 h 178"/>
                <a:gd name="T2" fmla="*/ 0 w 138"/>
                <a:gd name="T3" fmla="*/ 178 h 178"/>
                <a:gd name="T4" fmla="*/ 138 w 138"/>
                <a:gd name="T5" fmla="*/ 145 h 178"/>
                <a:gd name="T6" fmla="*/ 138 w 138"/>
                <a:gd name="T7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78">
                  <a:moveTo>
                    <a:pt x="138" y="0"/>
                  </a:moveTo>
                  <a:lnTo>
                    <a:pt x="0" y="178"/>
                  </a:lnTo>
                  <a:lnTo>
                    <a:pt x="138" y="145"/>
                  </a:lnTo>
                  <a:lnTo>
                    <a:pt x="13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5" name="Freeform 362"/>
            <p:cNvSpPr>
              <a:spLocks/>
            </p:cNvSpPr>
            <p:nvPr/>
          </p:nvSpPr>
          <p:spPr bwMode="auto">
            <a:xfrm>
              <a:off x="9908926" y="3151479"/>
              <a:ext cx="230303" cy="309204"/>
            </a:xfrm>
            <a:custGeom>
              <a:avLst/>
              <a:gdLst>
                <a:gd name="T0" fmla="*/ 108 w 108"/>
                <a:gd name="T1" fmla="*/ 69 h 145"/>
                <a:gd name="T2" fmla="*/ 0 w 108"/>
                <a:gd name="T3" fmla="*/ 145 h 145"/>
                <a:gd name="T4" fmla="*/ 0 w 108"/>
                <a:gd name="T5" fmla="*/ 0 h 145"/>
                <a:gd name="T6" fmla="*/ 108 w 108"/>
                <a:gd name="T7" fmla="*/ 6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145">
                  <a:moveTo>
                    <a:pt x="108" y="69"/>
                  </a:moveTo>
                  <a:lnTo>
                    <a:pt x="0" y="145"/>
                  </a:lnTo>
                  <a:lnTo>
                    <a:pt x="0" y="0"/>
                  </a:lnTo>
                  <a:lnTo>
                    <a:pt x="108" y="6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6" name="Freeform 363"/>
            <p:cNvSpPr>
              <a:spLocks/>
            </p:cNvSpPr>
            <p:nvPr/>
          </p:nvSpPr>
          <p:spPr bwMode="auto">
            <a:xfrm>
              <a:off x="9731933" y="3460682"/>
              <a:ext cx="255892" cy="388103"/>
            </a:xfrm>
            <a:custGeom>
              <a:avLst/>
              <a:gdLst>
                <a:gd name="T0" fmla="*/ 0 w 120"/>
                <a:gd name="T1" fmla="*/ 182 h 182"/>
                <a:gd name="T2" fmla="*/ 83 w 120"/>
                <a:gd name="T3" fmla="*/ 0 h 182"/>
                <a:gd name="T4" fmla="*/ 120 w 120"/>
                <a:gd name="T5" fmla="*/ 125 h 182"/>
                <a:gd name="T6" fmla="*/ 0 w 120"/>
                <a:gd name="T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" h="182">
                  <a:moveTo>
                    <a:pt x="0" y="182"/>
                  </a:moveTo>
                  <a:lnTo>
                    <a:pt x="83" y="0"/>
                  </a:lnTo>
                  <a:lnTo>
                    <a:pt x="120" y="125"/>
                  </a:lnTo>
                  <a:lnTo>
                    <a:pt x="0" y="18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7" name="Freeform 364"/>
            <p:cNvSpPr>
              <a:spLocks/>
            </p:cNvSpPr>
            <p:nvPr/>
          </p:nvSpPr>
          <p:spPr bwMode="auto">
            <a:xfrm>
              <a:off x="9614650" y="3460682"/>
              <a:ext cx="294276" cy="388103"/>
            </a:xfrm>
            <a:custGeom>
              <a:avLst/>
              <a:gdLst>
                <a:gd name="T0" fmla="*/ 0 w 138"/>
                <a:gd name="T1" fmla="*/ 33 h 182"/>
                <a:gd name="T2" fmla="*/ 55 w 138"/>
                <a:gd name="T3" fmla="*/ 182 h 182"/>
                <a:gd name="T4" fmla="*/ 138 w 138"/>
                <a:gd name="T5" fmla="*/ 0 h 182"/>
                <a:gd name="T6" fmla="*/ 0 w 138"/>
                <a:gd name="T7" fmla="*/ 3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82">
                  <a:moveTo>
                    <a:pt x="0" y="33"/>
                  </a:moveTo>
                  <a:lnTo>
                    <a:pt x="55" y="182"/>
                  </a:lnTo>
                  <a:lnTo>
                    <a:pt x="138" y="0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8" name="Freeform 365"/>
            <p:cNvSpPr>
              <a:spLocks/>
            </p:cNvSpPr>
            <p:nvPr/>
          </p:nvSpPr>
          <p:spPr bwMode="auto">
            <a:xfrm>
              <a:off x="9661563" y="3848785"/>
              <a:ext cx="247362" cy="383838"/>
            </a:xfrm>
            <a:custGeom>
              <a:avLst/>
              <a:gdLst>
                <a:gd name="T0" fmla="*/ 116 w 116"/>
                <a:gd name="T1" fmla="*/ 109 h 180"/>
                <a:gd name="T2" fmla="*/ 33 w 116"/>
                <a:gd name="T3" fmla="*/ 0 h 180"/>
                <a:gd name="T4" fmla="*/ 0 w 116"/>
                <a:gd name="T5" fmla="*/ 180 h 180"/>
                <a:gd name="T6" fmla="*/ 116 w 116"/>
                <a:gd name="T7" fmla="*/ 109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80">
                  <a:moveTo>
                    <a:pt x="116" y="109"/>
                  </a:moveTo>
                  <a:lnTo>
                    <a:pt x="33" y="0"/>
                  </a:lnTo>
                  <a:lnTo>
                    <a:pt x="0" y="180"/>
                  </a:lnTo>
                  <a:lnTo>
                    <a:pt x="116" y="10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29" name="Freeform 366"/>
            <p:cNvSpPr>
              <a:spLocks/>
            </p:cNvSpPr>
            <p:nvPr/>
          </p:nvSpPr>
          <p:spPr bwMode="auto">
            <a:xfrm>
              <a:off x="9207354" y="3531053"/>
              <a:ext cx="407296" cy="409427"/>
            </a:xfrm>
            <a:custGeom>
              <a:avLst/>
              <a:gdLst>
                <a:gd name="T0" fmla="*/ 97 w 191"/>
                <a:gd name="T1" fmla="*/ 192 h 192"/>
                <a:gd name="T2" fmla="*/ 0 w 191"/>
                <a:gd name="T3" fmla="*/ 40 h 192"/>
                <a:gd name="T4" fmla="*/ 191 w 191"/>
                <a:gd name="T5" fmla="*/ 0 h 192"/>
                <a:gd name="T6" fmla="*/ 97 w 191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192">
                  <a:moveTo>
                    <a:pt x="97" y="192"/>
                  </a:moveTo>
                  <a:lnTo>
                    <a:pt x="0" y="40"/>
                  </a:lnTo>
                  <a:lnTo>
                    <a:pt x="191" y="0"/>
                  </a:lnTo>
                  <a:lnTo>
                    <a:pt x="97" y="19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0" name="Freeform 367"/>
            <p:cNvSpPr>
              <a:spLocks/>
            </p:cNvSpPr>
            <p:nvPr/>
          </p:nvSpPr>
          <p:spPr bwMode="auto">
            <a:xfrm>
              <a:off x="9414201" y="3531053"/>
              <a:ext cx="317733" cy="409427"/>
            </a:xfrm>
            <a:custGeom>
              <a:avLst/>
              <a:gdLst>
                <a:gd name="T0" fmla="*/ 149 w 149"/>
                <a:gd name="T1" fmla="*/ 149 h 192"/>
                <a:gd name="T2" fmla="*/ 0 w 149"/>
                <a:gd name="T3" fmla="*/ 192 h 192"/>
                <a:gd name="T4" fmla="*/ 94 w 149"/>
                <a:gd name="T5" fmla="*/ 0 h 192"/>
                <a:gd name="T6" fmla="*/ 149 w 149"/>
                <a:gd name="T7" fmla="*/ 14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192">
                  <a:moveTo>
                    <a:pt x="149" y="149"/>
                  </a:moveTo>
                  <a:lnTo>
                    <a:pt x="0" y="192"/>
                  </a:lnTo>
                  <a:lnTo>
                    <a:pt x="94" y="0"/>
                  </a:lnTo>
                  <a:lnTo>
                    <a:pt x="149" y="14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1" name="Freeform 368"/>
            <p:cNvSpPr>
              <a:spLocks/>
            </p:cNvSpPr>
            <p:nvPr/>
          </p:nvSpPr>
          <p:spPr bwMode="auto">
            <a:xfrm>
              <a:off x="9414201" y="3848785"/>
              <a:ext cx="317733" cy="383838"/>
            </a:xfrm>
            <a:custGeom>
              <a:avLst/>
              <a:gdLst>
                <a:gd name="T0" fmla="*/ 116 w 149"/>
                <a:gd name="T1" fmla="*/ 180 h 180"/>
                <a:gd name="T2" fmla="*/ 0 w 149"/>
                <a:gd name="T3" fmla="*/ 43 h 180"/>
                <a:gd name="T4" fmla="*/ 149 w 149"/>
                <a:gd name="T5" fmla="*/ 0 h 180"/>
                <a:gd name="T6" fmla="*/ 116 w 149"/>
                <a:gd name="T7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180">
                  <a:moveTo>
                    <a:pt x="116" y="180"/>
                  </a:moveTo>
                  <a:lnTo>
                    <a:pt x="0" y="43"/>
                  </a:lnTo>
                  <a:lnTo>
                    <a:pt x="149" y="0"/>
                  </a:lnTo>
                  <a:lnTo>
                    <a:pt x="116" y="18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2" name="Freeform 369"/>
            <p:cNvSpPr>
              <a:spLocks/>
            </p:cNvSpPr>
            <p:nvPr/>
          </p:nvSpPr>
          <p:spPr bwMode="auto">
            <a:xfrm>
              <a:off x="9414201" y="3940480"/>
              <a:ext cx="247362" cy="403031"/>
            </a:xfrm>
            <a:custGeom>
              <a:avLst/>
              <a:gdLst>
                <a:gd name="T0" fmla="*/ 19 w 116"/>
                <a:gd name="T1" fmla="*/ 189 h 189"/>
                <a:gd name="T2" fmla="*/ 0 w 116"/>
                <a:gd name="T3" fmla="*/ 0 h 189"/>
                <a:gd name="T4" fmla="*/ 116 w 116"/>
                <a:gd name="T5" fmla="*/ 137 h 189"/>
                <a:gd name="T6" fmla="*/ 19 w 116"/>
                <a:gd name="T7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89">
                  <a:moveTo>
                    <a:pt x="19" y="189"/>
                  </a:moveTo>
                  <a:lnTo>
                    <a:pt x="0" y="0"/>
                  </a:lnTo>
                  <a:lnTo>
                    <a:pt x="116" y="137"/>
                  </a:lnTo>
                  <a:lnTo>
                    <a:pt x="19" y="18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3" name="Freeform 370"/>
            <p:cNvSpPr>
              <a:spLocks/>
            </p:cNvSpPr>
            <p:nvPr/>
          </p:nvSpPr>
          <p:spPr bwMode="auto">
            <a:xfrm>
              <a:off x="9122057" y="4177180"/>
              <a:ext cx="332660" cy="373177"/>
            </a:xfrm>
            <a:custGeom>
              <a:avLst/>
              <a:gdLst>
                <a:gd name="T0" fmla="*/ 54 w 156"/>
                <a:gd name="T1" fmla="*/ 175 h 175"/>
                <a:gd name="T2" fmla="*/ 0 w 156"/>
                <a:gd name="T3" fmla="*/ 0 h 175"/>
                <a:gd name="T4" fmla="*/ 156 w 156"/>
                <a:gd name="T5" fmla="*/ 78 h 175"/>
                <a:gd name="T6" fmla="*/ 54 w 156"/>
                <a:gd name="T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75">
                  <a:moveTo>
                    <a:pt x="54" y="175"/>
                  </a:moveTo>
                  <a:lnTo>
                    <a:pt x="0" y="0"/>
                  </a:lnTo>
                  <a:lnTo>
                    <a:pt x="156" y="78"/>
                  </a:lnTo>
                  <a:lnTo>
                    <a:pt x="54" y="17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4" name="Freeform 371"/>
            <p:cNvSpPr>
              <a:spLocks/>
            </p:cNvSpPr>
            <p:nvPr/>
          </p:nvSpPr>
          <p:spPr bwMode="auto">
            <a:xfrm>
              <a:off x="9237208" y="4343509"/>
              <a:ext cx="217508" cy="405163"/>
            </a:xfrm>
            <a:custGeom>
              <a:avLst/>
              <a:gdLst>
                <a:gd name="T0" fmla="*/ 102 w 102"/>
                <a:gd name="T1" fmla="*/ 190 h 190"/>
                <a:gd name="T2" fmla="*/ 102 w 102"/>
                <a:gd name="T3" fmla="*/ 0 h 190"/>
                <a:gd name="T4" fmla="*/ 0 w 102"/>
                <a:gd name="T5" fmla="*/ 97 h 190"/>
                <a:gd name="T6" fmla="*/ 102 w 102"/>
                <a:gd name="T7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190">
                  <a:moveTo>
                    <a:pt x="102" y="190"/>
                  </a:moveTo>
                  <a:lnTo>
                    <a:pt x="102" y="0"/>
                  </a:lnTo>
                  <a:lnTo>
                    <a:pt x="0" y="97"/>
                  </a:lnTo>
                  <a:lnTo>
                    <a:pt x="102" y="19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5" name="Freeform 372"/>
            <p:cNvSpPr>
              <a:spLocks/>
            </p:cNvSpPr>
            <p:nvPr/>
          </p:nvSpPr>
          <p:spPr bwMode="auto">
            <a:xfrm>
              <a:off x="9122057" y="3940480"/>
              <a:ext cx="332660" cy="403031"/>
            </a:xfrm>
            <a:custGeom>
              <a:avLst/>
              <a:gdLst>
                <a:gd name="T0" fmla="*/ 137 w 156"/>
                <a:gd name="T1" fmla="*/ 0 h 189"/>
                <a:gd name="T2" fmla="*/ 0 w 156"/>
                <a:gd name="T3" fmla="*/ 111 h 189"/>
                <a:gd name="T4" fmla="*/ 156 w 156"/>
                <a:gd name="T5" fmla="*/ 189 h 189"/>
                <a:gd name="T6" fmla="*/ 137 w 156"/>
                <a:gd name="T7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89">
                  <a:moveTo>
                    <a:pt x="137" y="0"/>
                  </a:moveTo>
                  <a:lnTo>
                    <a:pt x="0" y="111"/>
                  </a:lnTo>
                  <a:lnTo>
                    <a:pt x="156" y="189"/>
                  </a:lnTo>
                  <a:lnTo>
                    <a:pt x="137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6" name="Freeform 373"/>
            <p:cNvSpPr>
              <a:spLocks/>
            </p:cNvSpPr>
            <p:nvPr/>
          </p:nvSpPr>
          <p:spPr bwMode="auto">
            <a:xfrm>
              <a:off x="8985581" y="3616350"/>
              <a:ext cx="428620" cy="324130"/>
            </a:xfrm>
            <a:custGeom>
              <a:avLst/>
              <a:gdLst>
                <a:gd name="T0" fmla="*/ 0 w 201"/>
                <a:gd name="T1" fmla="*/ 135 h 152"/>
                <a:gd name="T2" fmla="*/ 104 w 201"/>
                <a:gd name="T3" fmla="*/ 0 h 152"/>
                <a:gd name="T4" fmla="*/ 201 w 201"/>
                <a:gd name="T5" fmla="*/ 152 h 152"/>
                <a:gd name="T6" fmla="*/ 0 w 201"/>
                <a:gd name="T7" fmla="*/ 13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1" h="152">
                  <a:moveTo>
                    <a:pt x="0" y="135"/>
                  </a:moveTo>
                  <a:lnTo>
                    <a:pt x="104" y="0"/>
                  </a:lnTo>
                  <a:lnTo>
                    <a:pt x="201" y="152"/>
                  </a:lnTo>
                  <a:lnTo>
                    <a:pt x="0" y="13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7" name="Freeform 374"/>
            <p:cNvSpPr>
              <a:spLocks/>
            </p:cNvSpPr>
            <p:nvPr/>
          </p:nvSpPr>
          <p:spPr bwMode="auto">
            <a:xfrm>
              <a:off x="8827781" y="3575833"/>
              <a:ext cx="379573" cy="328395"/>
            </a:xfrm>
            <a:custGeom>
              <a:avLst/>
              <a:gdLst>
                <a:gd name="T0" fmla="*/ 0 w 178"/>
                <a:gd name="T1" fmla="*/ 0 h 154"/>
                <a:gd name="T2" fmla="*/ 178 w 178"/>
                <a:gd name="T3" fmla="*/ 19 h 154"/>
                <a:gd name="T4" fmla="*/ 74 w 178"/>
                <a:gd name="T5" fmla="*/ 154 h 154"/>
                <a:gd name="T6" fmla="*/ 0 w 178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154">
                  <a:moveTo>
                    <a:pt x="0" y="0"/>
                  </a:moveTo>
                  <a:lnTo>
                    <a:pt x="178" y="19"/>
                  </a:lnTo>
                  <a:lnTo>
                    <a:pt x="74" y="1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8" name="Freeform 375"/>
            <p:cNvSpPr>
              <a:spLocks/>
            </p:cNvSpPr>
            <p:nvPr/>
          </p:nvSpPr>
          <p:spPr bwMode="auto">
            <a:xfrm>
              <a:off x="8985581" y="3904228"/>
              <a:ext cx="428620" cy="272952"/>
            </a:xfrm>
            <a:custGeom>
              <a:avLst/>
              <a:gdLst>
                <a:gd name="T0" fmla="*/ 201 w 201"/>
                <a:gd name="T1" fmla="*/ 17 h 128"/>
                <a:gd name="T2" fmla="*/ 64 w 201"/>
                <a:gd name="T3" fmla="*/ 128 h 128"/>
                <a:gd name="T4" fmla="*/ 0 w 201"/>
                <a:gd name="T5" fmla="*/ 0 h 128"/>
                <a:gd name="T6" fmla="*/ 201 w 201"/>
                <a:gd name="T7" fmla="*/ 1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1" h="128">
                  <a:moveTo>
                    <a:pt x="201" y="17"/>
                  </a:moveTo>
                  <a:lnTo>
                    <a:pt x="64" y="128"/>
                  </a:lnTo>
                  <a:lnTo>
                    <a:pt x="0" y="0"/>
                  </a:lnTo>
                  <a:lnTo>
                    <a:pt x="201" y="1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39" name="Freeform 376"/>
            <p:cNvSpPr>
              <a:spLocks/>
            </p:cNvSpPr>
            <p:nvPr/>
          </p:nvSpPr>
          <p:spPr bwMode="auto">
            <a:xfrm>
              <a:off x="8701968" y="4177180"/>
              <a:ext cx="420090" cy="266555"/>
            </a:xfrm>
            <a:custGeom>
              <a:avLst/>
              <a:gdLst>
                <a:gd name="T0" fmla="*/ 88 w 197"/>
                <a:gd name="T1" fmla="*/ 125 h 125"/>
                <a:gd name="T2" fmla="*/ 197 w 197"/>
                <a:gd name="T3" fmla="*/ 0 h 125"/>
                <a:gd name="T4" fmla="*/ 0 w 197"/>
                <a:gd name="T5" fmla="*/ 26 h 125"/>
                <a:gd name="T6" fmla="*/ 88 w 197"/>
                <a:gd name="T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7" h="125">
                  <a:moveTo>
                    <a:pt x="88" y="125"/>
                  </a:moveTo>
                  <a:lnTo>
                    <a:pt x="197" y="0"/>
                  </a:lnTo>
                  <a:lnTo>
                    <a:pt x="0" y="26"/>
                  </a:lnTo>
                  <a:lnTo>
                    <a:pt x="88" y="12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0" name="Freeform 377"/>
            <p:cNvSpPr>
              <a:spLocks/>
            </p:cNvSpPr>
            <p:nvPr/>
          </p:nvSpPr>
          <p:spPr bwMode="auto">
            <a:xfrm>
              <a:off x="8701968" y="4232623"/>
              <a:ext cx="187654" cy="428620"/>
            </a:xfrm>
            <a:custGeom>
              <a:avLst/>
              <a:gdLst>
                <a:gd name="T0" fmla="*/ 50 w 88"/>
                <a:gd name="T1" fmla="*/ 201 h 201"/>
                <a:gd name="T2" fmla="*/ 0 w 88"/>
                <a:gd name="T3" fmla="*/ 0 h 201"/>
                <a:gd name="T4" fmla="*/ 88 w 88"/>
                <a:gd name="T5" fmla="*/ 99 h 201"/>
                <a:gd name="T6" fmla="*/ 50 w 88"/>
                <a:gd name="T7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201">
                  <a:moveTo>
                    <a:pt x="50" y="201"/>
                  </a:moveTo>
                  <a:lnTo>
                    <a:pt x="0" y="0"/>
                  </a:lnTo>
                  <a:lnTo>
                    <a:pt x="88" y="99"/>
                  </a:lnTo>
                  <a:lnTo>
                    <a:pt x="50" y="20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1" name="Freeform 378"/>
            <p:cNvSpPr>
              <a:spLocks/>
            </p:cNvSpPr>
            <p:nvPr/>
          </p:nvSpPr>
          <p:spPr bwMode="auto">
            <a:xfrm>
              <a:off x="8701968" y="3904228"/>
              <a:ext cx="420090" cy="328395"/>
            </a:xfrm>
            <a:custGeom>
              <a:avLst/>
              <a:gdLst>
                <a:gd name="T0" fmla="*/ 133 w 197"/>
                <a:gd name="T1" fmla="*/ 0 h 154"/>
                <a:gd name="T2" fmla="*/ 0 w 197"/>
                <a:gd name="T3" fmla="*/ 154 h 154"/>
                <a:gd name="T4" fmla="*/ 197 w 197"/>
                <a:gd name="T5" fmla="*/ 128 h 154"/>
                <a:gd name="T6" fmla="*/ 133 w 197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7" h="154">
                  <a:moveTo>
                    <a:pt x="133" y="0"/>
                  </a:moveTo>
                  <a:lnTo>
                    <a:pt x="0" y="154"/>
                  </a:lnTo>
                  <a:lnTo>
                    <a:pt x="197" y="128"/>
                  </a:lnTo>
                  <a:lnTo>
                    <a:pt x="133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2" name="Freeform 379"/>
            <p:cNvSpPr>
              <a:spLocks/>
            </p:cNvSpPr>
            <p:nvPr/>
          </p:nvSpPr>
          <p:spPr bwMode="auto">
            <a:xfrm>
              <a:off x="8582552" y="3575833"/>
              <a:ext cx="403031" cy="328395"/>
            </a:xfrm>
            <a:custGeom>
              <a:avLst/>
              <a:gdLst>
                <a:gd name="T0" fmla="*/ 0 w 189"/>
                <a:gd name="T1" fmla="*/ 76 h 154"/>
                <a:gd name="T2" fmla="*/ 189 w 189"/>
                <a:gd name="T3" fmla="*/ 154 h 154"/>
                <a:gd name="T4" fmla="*/ 115 w 189"/>
                <a:gd name="T5" fmla="*/ 0 h 154"/>
                <a:gd name="T6" fmla="*/ 0 w 189"/>
                <a:gd name="T7" fmla="*/ 7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9" h="154">
                  <a:moveTo>
                    <a:pt x="0" y="76"/>
                  </a:moveTo>
                  <a:lnTo>
                    <a:pt x="189" y="154"/>
                  </a:lnTo>
                  <a:lnTo>
                    <a:pt x="115" y="0"/>
                  </a:lnTo>
                  <a:lnTo>
                    <a:pt x="0" y="7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3" name="Freeform 380"/>
            <p:cNvSpPr>
              <a:spLocks/>
            </p:cNvSpPr>
            <p:nvPr/>
          </p:nvSpPr>
          <p:spPr bwMode="auto">
            <a:xfrm>
              <a:off x="8495121" y="3904228"/>
              <a:ext cx="490460" cy="328395"/>
            </a:xfrm>
            <a:custGeom>
              <a:avLst/>
              <a:gdLst>
                <a:gd name="T0" fmla="*/ 0 w 230"/>
                <a:gd name="T1" fmla="*/ 111 h 154"/>
                <a:gd name="T2" fmla="*/ 97 w 230"/>
                <a:gd name="T3" fmla="*/ 154 h 154"/>
                <a:gd name="T4" fmla="*/ 230 w 230"/>
                <a:gd name="T5" fmla="*/ 0 h 154"/>
                <a:gd name="T6" fmla="*/ 0 w 230"/>
                <a:gd name="T7" fmla="*/ 111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154">
                  <a:moveTo>
                    <a:pt x="0" y="111"/>
                  </a:moveTo>
                  <a:lnTo>
                    <a:pt x="97" y="154"/>
                  </a:lnTo>
                  <a:lnTo>
                    <a:pt x="230" y="0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4" name="Freeform 381"/>
            <p:cNvSpPr>
              <a:spLocks/>
            </p:cNvSpPr>
            <p:nvPr/>
          </p:nvSpPr>
          <p:spPr bwMode="auto">
            <a:xfrm>
              <a:off x="8495121" y="3737898"/>
              <a:ext cx="490460" cy="403031"/>
            </a:xfrm>
            <a:custGeom>
              <a:avLst/>
              <a:gdLst>
                <a:gd name="T0" fmla="*/ 41 w 230"/>
                <a:gd name="T1" fmla="*/ 0 h 189"/>
                <a:gd name="T2" fmla="*/ 0 w 230"/>
                <a:gd name="T3" fmla="*/ 189 h 189"/>
                <a:gd name="T4" fmla="*/ 230 w 230"/>
                <a:gd name="T5" fmla="*/ 78 h 189"/>
                <a:gd name="T6" fmla="*/ 41 w 230"/>
                <a:gd name="T7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189">
                  <a:moveTo>
                    <a:pt x="41" y="0"/>
                  </a:moveTo>
                  <a:lnTo>
                    <a:pt x="0" y="189"/>
                  </a:lnTo>
                  <a:lnTo>
                    <a:pt x="230" y="78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5" name="Freeform 382"/>
            <p:cNvSpPr>
              <a:spLocks/>
            </p:cNvSpPr>
            <p:nvPr/>
          </p:nvSpPr>
          <p:spPr bwMode="auto">
            <a:xfrm>
              <a:off x="8889622" y="2611973"/>
              <a:ext cx="413692" cy="490460"/>
            </a:xfrm>
            <a:custGeom>
              <a:avLst/>
              <a:gdLst>
                <a:gd name="T0" fmla="*/ 0 w 194"/>
                <a:gd name="T1" fmla="*/ 0 h 230"/>
                <a:gd name="T2" fmla="*/ 45 w 194"/>
                <a:gd name="T3" fmla="*/ 230 h 230"/>
                <a:gd name="T4" fmla="*/ 194 w 194"/>
                <a:gd name="T5" fmla="*/ 50 h 230"/>
                <a:gd name="T6" fmla="*/ 0 w 194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230">
                  <a:moveTo>
                    <a:pt x="0" y="0"/>
                  </a:moveTo>
                  <a:lnTo>
                    <a:pt x="45" y="230"/>
                  </a:lnTo>
                  <a:lnTo>
                    <a:pt x="194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6" name="Freeform 383"/>
            <p:cNvSpPr>
              <a:spLocks/>
            </p:cNvSpPr>
            <p:nvPr/>
          </p:nvSpPr>
          <p:spPr bwMode="auto">
            <a:xfrm>
              <a:off x="8582552" y="2611973"/>
              <a:ext cx="403031" cy="490460"/>
            </a:xfrm>
            <a:custGeom>
              <a:avLst/>
              <a:gdLst>
                <a:gd name="T0" fmla="*/ 0 w 189"/>
                <a:gd name="T1" fmla="*/ 133 h 230"/>
                <a:gd name="T2" fmla="*/ 189 w 189"/>
                <a:gd name="T3" fmla="*/ 230 h 230"/>
                <a:gd name="T4" fmla="*/ 144 w 189"/>
                <a:gd name="T5" fmla="*/ 0 h 230"/>
                <a:gd name="T6" fmla="*/ 0 w 189"/>
                <a:gd name="T7" fmla="*/ 133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9" h="230">
                  <a:moveTo>
                    <a:pt x="0" y="133"/>
                  </a:moveTo>
                  <a:lnTo>
                    <a:pt x="189" y="230"/>
                  </a:lnTo>
                  <a:lnTo>
                    <a:pt x="144" y="0"/>
                  </a:lnTo>
                  <a:lnTo>
                    <a:pt x="0" y="13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7" name="Freeform 384"/>
            <p:cNvSpPr>
              <a:spLocks/>
            </p:cNvSpPr>
            <p:nvPr/>
          </p:nvSpPr>
          <p:spPr bwMode="auto">
            <a:xfrm>
              <a:off x="8582552" y="2560794"/>
              <a:ext cx="307070" cy="334793"/>
            </a:xfrm>
            <a:custGeom>
              <a:avLst/>
              <a:gdLst>
                <a:gd name="T0" fmla="*/ 23 w 144"/>
                <a:gd name="T1" fmla="*/ 0 h 157"/>
                <a:gd name="T2" fmla="*/ 0 w 144"/>
                <a:gd name="T3" fmla="*/ 157 h 157"/>
                <a:gd name="T4" fmla="*/ 144 w 144"/>
                <a:gd name="T5" fmla="*/ 24 h 157"/>
                <a:gd name="T6" fmla="*/ 23 w 144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157">
                  <a:moveTo>
                    <a:pt x="23" y="0"/>
                  </a:moveTo>
                  <a:lnTo>
                    <a:pt x="0" y="157"/>
                  </a:lnTo>
                  <a:lnTo>
                    <a:pt x="144" y="24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8" name="Freeform 385"/>
            <p:cNvSpPr>
              <a:spLocks/>
            </p:cNvSpPr>
            <p:nvPr/>
          </p:nvSpPr>
          <p:spPr bwMode="auto">
            <a:xfrm>
              <a:off x="8298937" y="2560794"/>
              <a:ext cx="332660" cy="334793"/>
            </a:xfrm>
            <a:custGeom>
              <a:avLst/>
              <a:gdLst>
                <a:gd name="T0" fmla="*/ 0 w 156"/>
                <a:gd name="T1" fmla="*/ 93 h 157"/>
                <a:gd name="T2" fmla="*/ 156 w 156"/>
                <a:gd name="T3" fmla="*/ 0 h 157"/>
                <a:gd name="T4" fmla="*/ 133 w 156"/>
                <a:gd name="T5" fmla="*/ 157 h 157"/>
                <a:gd name="T6" fmla="*/ 0 w 156"/>
                <a:gd name="T7" fmla="*/ 93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57">
                  <a:moveTo>
                    <a:pt x="0" y="93"/>
                  </a:moveTo>
                  <a:lnTo>
                    <a:pt x="156" y="0"/>
                  </a:lnTo>
                  <a:lnTo>
                    <a:pt x="133" y="157"/>
                  </a:lnTo>
                  <a:lnTo>
                    <a:pt x="0" y="9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49" name="Freeform 386"/>
            <p:cNvSpPr>
              <a:spLocks/>
            </p:cNvSpPr>
            <p:nvPr/>
          </p:nvSpPr>
          <p:spPr bwMode="auto">
            <a:xfrm>
              <a:off x="8495121" y="3102433"/>
              <a:ext cx="490460" cy="473400"/>
            </a:xfrm>
            <a:custGeom>
              <a:avLst/>
              <a:gdLst>
                <a:gd name="T0" fmla="*/ 156 w 230"/>
                <a:gd name="T1" fmla="*/ 222 h 222"/>
                <a:gd name="T2" fmla="*/ 0 w 230"/>
                <a:gd name="T3" fmla="*/ 125 h 222"/>
                <a:gd name="T4" fmla="*/ 230 w 230"/>
                <a:gd name="T5" fmla="*/ 0 h 222"/>
                <a:gd name="T6" fmla="*/ 156 w 230"/>
                <a:gd name="T7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222">
                  <a:moveTo>
                    <a:pt x="156" y="222"/>
                  </a:moveTo>
                  <a:lnTo>
                    <a:pt x="0" y="125"/>
                  </a:lnTo>
                  <a:lnTo>
                    <a:pt x="230" y="0"/>
                  </a:lnTo>
                  <a:lnTo>
                    <a:pt x="156" y="22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0" name="Freeform 387"/>
            <p:cNvSpPr>
              <a:spLocks/>
            </p:cNvSpPr>
            <p:nvPr/>
          </p:nvSpPr>
          <p:spPr bwMode="auto">
            <a:xfrm>
              <a:off x="8343719" y="2895587"/>
              <a:ext cx="641863" cy="226038"/>
            </a:xfrm>
            <a:custGeom>
              <a:avLst/>
              <a:gdLst>
                <a:gd name="T0" fmla="*/ 112 w 301"/>
                <a:gd name="T1" fmla="*/ 0 h 106"/>
                <a:gd name="T2" fmla="*/ 0 w 301"/>
                <a:gd name="T3" fmla="*/ 106 h 106"/>
                <a:gd name="T4" fmla="*/ 301 w 301"/>
                <a:gd name="T5" fmla="*/ 97 h 106"/>
                <a:gd name="T6" fmla="*/ 112 w 301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" h="106">
                  <a:moveTo>
                    <a:pt x="112" y="0"/>
                  </a:moveTo>
                  <a:lnTo>
                    <a:pt x="0" y="106"/>
                  </a:lnTo>
                  <a:lnTo>
                    <a:pt x="301" y="97"/>
                  </a:lnTo>
                  <a:lnTo>
                    <a:pt x="112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1" name="Freeform 388"/>
            <p:cNvSpPr>
              <a:spLocks/>
            </p:cNvSpPr>
            <p:nvPr/>
          </p:nvSpPr>
          <p:spPr bwMode="auto">
            <a:xfrm>
              <a:off x="8495121" y="3368988"/>
              <a:ext cx="332660" cy="368912"/>
            </a:xfrm>
            <a:custGeom>
              <a:avLst/>
              <a:gdLst>
                <a:gd name="T0" fmla="*/ 0 w 156"/>
                <a:gd name="T1" fmla="*/ 0 h 173"/>
                <a:gd name="T2" fmla="*/ 41 w 156"/>
                <a:gd name="T3" fmla="*/ 173 h 173"/>
                <a:gd name="T4" fmla="*/ 156 w 156"/>
                <a:gd name="T5" fmla="*/ 97 h 173"/>
                <a:gd name="T6" fmla="*/ 0 w 156"/>
                <a:gd name="T7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73">
                  <a:moveTo>
                    <a:pt x="0" y="0"/>
                  </a:moveTo>
                  <a:lnTo>
                    <a:pt x="41" y="173"/>
                  </a:lnTo>
                  <a:lnTo>
                    <a:pt x="156" y="9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2" name="Freeform 389"/>
            <p:cNvSpPr>
              <a:spLocks/>
            </p:cNvSpPr>
            <p:nvPr/>
          </p:nvSpPr>
          <p:spPr bwMode="auto">
            <a:xfrm>
              <a:off x="8343719" y="3102433"/>
              <a:ext cx="641863" cy="266555"/>
            </a:xfrm>
            <a:custGeom>
              <a:avLst/>
              <a:gdLst>
                <a:gd name="T0" fmla="*/ 0 w 301"/>
                <a:gd name="T1" fmla="*/ 9 h 125"/>
                <a:gd name="T2" fmla="*/ 71 w 301"/>
                <a:gd name="T3" fmla="*/ 125 h 125"/>
                <a:gd name="T4" fmla="*/ 301 w 301"/>
                <a:gd name="T5" fmla="*/ 0 h 125"/>
                <a:gd name="T6" fmla="*/ 0 w 301"/>
                <a:gd name="T7" fmla="*/ 9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" h="125">
                  <a:moveTo>
                    <a:pt x="0" y="9"/>
                  </a:moveTo>
                  <a:lnTo>
                    <a:pt x="71" y="125"/>
                  </a:lnTo>
                  <a:lnTo>
                    <a:pt x="301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3" name="Freeform 390"/>
            <p:cNvSpPr>
              <a:spLocks/>
            </p:cNvSpPr>
            <p:nvPr/>
          </p:nvSpPr>
          <p:spPr bwMode="auto">
            <a:xfrm>
              <a:off x="8173125" y="3368988"/>
              <a:ext cx="409427" cy="368912"/>
            </a:xfrm>
            <a:custGeom>
              <a:avLst/>
              <a:gdLst>
                <a:gd name="T0" fmla="*/ 0 w 192"/>
                <a:gd name="T1" fmla="*/ 116 h 173"/>
                <a:gd name="T2" fmla="*/ 151 w 192"/>
                <a:gd name="T3" fmla="*/ 0 h 173"/>
                <a:gd name="T4" fmla="*/ 192 w 192"/>
                <a:gd name="T5" fmla="*/ 173 h 173"/>
                <a:gd name="T6" fmla="*/ 0 w 192"/>
                <a:gd name="T7" fmla="*/ 116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" h="173">
                  <a:moveTo>
                    <a:pt x="0" y="116"/>
                  </a:moveTo>
                  <a:lnTo>
                    <a:pt x="151" y="0"/>
                  </a:lnTo>
                  <a:lnTo>
                    <a:pt x="192" y="173"/>
                  </a:lnTo>
                  <a:lnTo>
                    <a:pt x="0" y="11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4" name="Freeform 391"/>
            <p:cNvSpPr>
              <a:spLocks/>
            </p:cNvSpPr>
            <p:nvPr/>
          </p:nvSpPr>
          <p:spPr bwMode="auto">
            <a:xfrm>
              <a:off x="8173125" y="3616350"/>
              <a:ext cx="409427" cy="287879"/>
            </a:xfrm>
            <a:custGeom>
              <a:avLst/>
              <a:gdLst>
                <a:gd name="T0" fmla="*/ 26 w 192"/>
                <a:gd name="T1" fmla="*/ 135 h 135"/>
                <a:gd name="T2" fmla="*/ 192 w 192"/>
                <a:gd name="T3" fmla="*/ 57 h 135"/>
                <a:gd name="T4" fmla="*/ 0 w 192"/>
                <a:gd name="T5" fmla="*/ 0 h 135"/>
                <a:gd name="T6" fmla="*/ 26 w 192"/>
                <a:gd name="T7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" h="135">
                  <a:moveTo>
                    <a:pt x="26" y="135"/>
                  </a:moveTo>
                  <a:lnTo>
                    <a:pt x="192" y="57"/>
                  </a:lnTo>
                  <a:lnTo>
                    <a:pt x="0" y="0"/>
                  </a:lnTo>
                  <a:lnTo>
                    <a:pt x="26" y="13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5" name="Freeform 392"/>
            <p:cNvSpPr>
              <a:spLocks/>
            </p:cNvSpPr>
            <p:nvPr/>
          </p:nvSpPr>
          <p:spPr bwMode="auto">
            <a:xfrm>
              <a:off x="8228568" y="3737898"/>
              <a:ext cx="353984" cy="403031"/>
            </a:xfrm>
            <a:custGeom>
              <a:avLst/>
              <a:gdLst>
                <a:gd name="T0" fmla="*/ 125 w 166"/>
                <a:gd name="T1" fmla="*/ 189 h 189"/>
                <a:gd name="T2" fmla="*/ 0 w 166"/>
                <a:gd name="T3" fmla="*/ 78 h 189"/>
                <a:gd name="T4" fmla="*/ 166 w 166"/>
                <a:gd name="T5" fmla="*/ 0 h 189"/>
                <a:gd name="T6" fmla="*/ 125 w 166"/>
                <a:gd name="T7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189">
                  <a:moveTo>
                    <a:pt x="125" y="189"/>
                  </a:moveTo>
                  <a:lnTo>
                    <a:pt x="0" y="78"/>
                  </a:lnTo>
                  <a:lnTo>
                    <a:pt x="166" y="0"/>
                  </a:lnTo>
                  <a:lnTo>
                    <a:pt x="125" y="18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6" name="Freeform 393"/>
            <p:cNvSpPr>
              <a:spLocks/>
            </p:cNvSpPr>
            <p:nvPr/>
          </p:nvSpPr>
          <p:spPr bwMode="auto">
            <a:xfrm>
              <a:off x="8072899" y="3121625"/>
              <a:ext cx="422222" cy="247362"/>
            </a:xfrm>
            <a:custGeom>
              <a:avLst/>
              <a:gdLst>
                <a:gd name="T0" fmla="*/ 0 w 198"/>
                <a:gd name="T1" fmla="*/ 97 h 116"/>
                <a:gd name="T2" fmla="*/ 198 w 198"/>
                <a:gd name="T3" fmla="*/ 116 h 116"/>
                <a:gd name="T4" fmla="*/ 127 w 198"/>
                <a:gd name="T5" fmla="*/ 0 h 116"/>
                <a:gd name="T6" fmla="*/ 0 w 198"/>
                <a:gd name="T7" fmla="*/ 9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8" h="116">
                  <a:moveTo>
                    <a:pt x="0" y="97"/>
                  </a:moveTo>
                  <a:lnTo>
                    <a:pt x="198" y="116"/>
                  </a:lnTo>
                  <a:lnTo>
                    <a:pt x="127" y="0"/>
                  </a:lnTo>
                  <a:lnTo>
                    <a:pt x="0" y="9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7" name="Freeform 394"/>
            <p:cNvSpPr>
              <a:spLocks/>
            </p:cNvSpPr>
            <p:nvPr/>
          </p:nvSpPr>
          <p:spPr bwMode="auto">
            <a:xfrm>
              <a:off x="8072899" y="3328471"/>
              <a:ext cx="422222" cy="287879"/>
            </a:xfrm>
            <a:custGeom>
              <a:avLst/>
              <a:gdLst>
                <a:gd name="T0" fmla="*/ 47 w 198"/>
                <a:gd name="T1" fmla="*/ 135 h 135"/>
                <a:gd name="T2" fmla="*/ 0 w 198"/>
                <a:gd name="T3" fmla="*/ 0 h 135"/>
                <a:gd name="T4" fmla="*/ 198 w 198"/>
                <a:gd name="T5" fmla="*/ 19 h 135"/>
                <a:gd name="T6" fmla="*/ 47 w 198"/>
                <a:gd name="T7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8" h="135">
                  <a:moveTo>
                    <a:pt x="47" y="135"/>
                  </a:moveTo>
                  <a:lnTo>
                    <a:pt x="0" y="0"/>
                  </a:lnTo>
                  <a:lnTo>
                    <a:pt x="198" y="19"/>
                  </a:lnTo>
                  <a:lnTo>
                    <a:pt x="47" y="13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8" name="Freeform 395"/>
            <p:cNvSpPr>
              <a:spLocks/>
            </p:cNvSpPr>
            <p:nvPr/>
          </p:nvSpPr>
          <p:spPr bwMode="auto">
            <a:xfrm>
              <a:off x="8117681" y="3904228"/>
              <a:ext cx="377441" cy="236701"/>
            </a:xfrm>
            <a:custGeom>
              <a:avLst/>
              <a:gdLst>
                <a:gd name="T0" fmla="*/ 0 w 177"/>
                <a:gd name="T1" fmla="*/ 97 h 111"/>
                <a:gd name="T2" fmla="*/ 52 w 177"/>
                <a:gd name="T3" fmla="*/ 0 h 111"/>
                <a:gd name="T4" fmla="*/ 177 w 177"/>
                <a:gd name="T5" fmla="*/ 111 h 111"/>
                <a:gd name="T6" fmla="*/ 0 w 177"/>
                <a:gd name="T7" fmla="*/ 9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7" h="111">
                  <a:moveTo>
                    <a:pt x="0" y="97"/>
                  </a:moveTo>
                  <a:lnTo>
                    <a:pt x="52" y="0"/>
                  </a:lnTo>
                  <a:lnTo>
                    <a:pt x="177" y="111"/>
                  </a:lnTo>
                  <a:lnTo>
                    <a:pt x="0" y="9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9" name="Freeform 396"/>
            <p:cNvSpPr>
              <a:spLocks/>
            </p:cNvSpPr>
            <p:nvPr/>
          </p:nvSpPr>
          <p:spPr bwMode="auto">
            <a:xfrm>
              <a:off x="7970543" y="4111075"/>
              <a:ext cx="409427" cy="358249"/>
            </a:xfrm>
            <a:custGeom>
              <a:avLst/>
              <a:gdLst>
                <a:gd name="T0" fmla="*/ 192 w 192"/>
                <a:gd name="T1" fmla="*/ 81 h 168"/>
                <a:gd name="T2" fmla="*/ 0 w 192"/>
                <a:gd name="T3" fmla="*/ 168 h 168"/>
                <a:gd name="T4" fmla="*/ 69 w 192"/>
                <a:gd name="T5" fmla="*/ 0 h 168"/>
                <a:gd name="T6" fmla="*/ 192 w 192"/>
                <a:gd name="T7" fmla="*/ 81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" h="168">
                  <a:moveTo>
                    <a:pt x="192" y="81"/>
                  </a:moveTo>
                  <a:lnTo>
                    <a:pt x="0" y="168"/>
                  </a:lnTo>
                  <a:lnTo>
                    <a:pt x="69" y="0"/>
                  </a:lnTo>
                  <a:lnTo>
                    <a:pt x="192" y="8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0" name="Freeform 397"/>
            <p:cNvSpPr>
              <a:spLocks/>
            </p:cNvSpPr>
            <p:nvPr/>
          </p:nvSpPr>
          <p:spPr bwMode="auto">
            <a:xfrm>
              <a:off x="7778624" y="4066293"/>
              <a:ext cx="339058" cy="403031"/>
            </a:xfrm>
            <a:custGeom>
              <a:avLst/>
              <a:gdLst>
                <a:gd name="T0" fmla="*/ 0 w 159"/>
                <a:gd name="T1" fmla="*/ 0 h 189"/>
                <a:gd name="T2" fmla="*/ 90 w 159"/>
                <a:gd name="T3" fmla="*/ 189 h 189"/>
                <a:gd name="T4" fmla="*/ 159 w 159"/>
                <a:gd name="T5" fmla="*/ 21 h 189"/>
                <a:gd name="T6" fmla="*/ 0 w 159"/>
                <a:gd name="T7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189">
                  <a:moveTo>
                    <a:pt x="0" y="0"/>
                  </a:moveTo>
                  <a:lnTo>
                    <a:pt x="90" y="189"/>
                  </a:lnTo>
                  <a:lnTo>
                    <a:pt x="159" y="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1" name="Freeform 398"/>
            <p:cNvSpPr>
              <a:spLocks/>
            </p:cNvSpPr>
            <p:nvPr/>
          </p:nvSpPr>
          <p:spPr bwMode="auto">
            <a:xfrm>
              <a:off x="7895908" y="3727237"/>
              <a:ext cx="332660" cy="383838"/>
            </a:xfrm>
            <a:custGeom>
              <a:avLst/>
              <a:gdLst>
                <a:gd name="T0" fmla="*/ 0 w 156"/>
                <a:gd name="T1" fmla="*/ 0 h 180"/>
                <a:gd name="T2" fmla="*/ 104 w 156"/>
                <a:gd name="T3" fmla="*/ 180 h 180"/>
                <a:gd name="T4" fmla="*/ 156 w 156"/>
                <a:gd name="T5" fmla="*/ 83 h 180"/>
                <a:gd name="T6" fmla="*/ 0 w 156"/>
                <a:gd name="T7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80">
                  <a:moveTo>
                    <a:pt x="0" y="0"/>
                  </a:moveTo>
                  <a:lnTo>
                    <a:pt x="104" y="180"/>
                  </a:lnTo>
                  <a:lnTo>
                    <a:pt x="156" y="8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2" name="Freeform 399"/>
            <p:cNvSpPr>
              <a:spLocks/>
            </p:cNvSpPr>
            <p:nvPr/>
          </p:nvSpPr>
          <p:spPr bwMode="auto">
            <a:xfrm>
              <a:off x="7895908" y="3616350"/>
              <a:ext cx="332660" cy="287879"/>
            </a:xfrm>
            <a:custGeom>
              <a:avLst/>
              <a:gdLst>
                <a:gd name="T0" fmla="*/ 130 w 156"/>
                <a:gd name="T1" fmla="*/ 0 h 135"/>
                <a:gd name="T2" fmla="*/ 156 w 156"/>
                <a:gd name="T3" fmla="*/ 135 h 135"/>
                <a:gd name="T4" fmla="*/ 0 w 156"/>
                <a:gd name="T5" fmla="*/ 52 h 135"/>
                <a:gd name="T6" fmla="*/ 130 w 156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35">
                  <a:moveTo>
                    <a:pt x="130" y="0"/>
                  </a:moveTo>
                  <a:lnTo>
                    <a:pt x="156" y="135"/>
                  </a:lnTo>
                  <a:lnTo>
                    <a:pt x="0" y="52"/>
                  </a:lnTo>
                  <a:lnTo>
                    <a:pt x="13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3" name="Freeform 400"/>
            <p:cNvSpPr>
              <a:spLocks/>
            </p:cNvSpPr>
            <p:nvPr/>
          </p:nvSpPr>
          <p:spPr bwMode="auto">
            <a:xfrm>
              <a:off x="7778624" y="3727237"/>
              <a:ext cx="339058" cy="383838"/>
            </a:xfrm>
            <a:custGeom>
              <a:avLst/>
              <a:gdLst>
                <a:gd name="T0" fmla="*/ 159 w 159"/>
                <a:gd name="T1" fmla="*/ 180 h 180"/>
                <a:gd name="T2" fmla="*/ 0 w 159"/>
                <a:gd name="T3" fmla="*/ 159 h 180"/>
                <a:gd name="T4" fmla="*/ 55 w 159"/>
                <a:gd name="T5" fmla="*/ 0 h 180"/>
                <a:gd name="T6" fmla="*/ 159 w 159"/>
                <a:gd name="T7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180">
                  <a:moveTo>
                    <a:pt x="159" y="180"/>
                  </a:moveTo>
                  <a:lnTo>
                    <a:pt x="0" y="159"/>
                  </a:lnTo>
                  <a:lnTo>
                    <a:pt x="55" y="0"/>
                  </a:lnTo>
                  <a:lnTo>
                    <a:pt x="159" y="18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4" name="Freeform 401"/>
            <p:cNvSpPr>
              <a:spLocks/>
            </p:cNvSpPr>
            <p:nvPr/>
          </p:nvSpPr>
          <p:spPr bwMode="auto">
            <a:xfrm>
              <a:off x="7648546" y="3727237"/>
              <a:ext cx="247362" cy="339058"/>
            </a:xfrm>
            <a:custGeom>
              <a:avLst/>
              <a:gdLst>
                <a:gd name="T0" fmla="*/ 0 w 116"/>
                <a:gd name="T1" fmla="*/ 0 h 159"/>
                <a:gd name="T2" fmla="*/ 61 w 116"/>
                <a:gd name="T3" fmla="*/ 159 h 159"/>
                <a:gd name="T4" fmla="*/ 116 w 116"/>
                <a:gd name="T5" fmla="*/ 0 h 159"/>
                <a:gd name="T6" fmla="*/ 0 w 116"/>
                <a:gd name="T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59">
                  <a:moveTo>
                    <a:pt x="0" y="0"/>
                  </a:moveTo>
                  <a:lnTo>
                    <a:pt x="61" y="159"/>
                  </a:lnTo>
                  <a:lnTo>
                    <a:pt x="11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5" name="Freeform 402"/>
            <p:cNvSpPr>
              <a:spLocks/>
            </p:cNvSpPr>
            <p:nvPr/>
          </p:nvSpPr>
          <p:spPr bwMode="auto">
            <a:xfrm>
              <a:off x="7834067" y="3328471"/>
              <a:ext cx="339058" cy="287879"/>
            </a:xfrm>
            <a:custGeom>
              <a:avLst/>
              <a:gdLst>
                <a:gd name="T0" fmla="*/ 0 w 159"/>
                <a:gd name="T1" fmla="*/ 36 h 135"/>
                <a:gd name="T2" fmla="*/ 159 w 159"/>
                <a:gd name="T3" fmla="*/ 135 h 135"/>
                <a:gd name="T4" fmla="*/ 112 w 159"/>
                <a:gd name="T5" fmla="*/ 0 h 135"/>
                <a:gd name="T6" fmla="*/ 0 w 159"/>
                <a:gd name="T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135">
                  <a:moveTo>
                    <a:pt x="0" y="36"/>
                  </a:moveTo>
                  <a:lnTo>
                    <a:pt x="159" y="135"/>
                  </a:lnTo>
                  <a:lnTo>
                    <a:pt x="112" y="0"/>
                  </a:lnTo>
                  <a:lnTo>
                    <a:pt x="0" y="3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6" name="Freeform 403"/>
            <p:cNvSpPr>
              <a:spLocks/>
            </p:cNvSpPr>
            <p:nvPr/>
          </p:nvSpPr>
          <p:spPr bwMode="auto">
            <a:xfrm>
              <a:off x="7834067" y="3405238"/>
              <a:ext cx="339058" cy="321998"/>
            </a:xfrm>
            <a:custGeom>
              <a:avLst/>
              <a:gdLst>
                <a:gd name="T0" fmla="*/ 29 w 159"/>
                <a:gd name="T1" fmla="*/ 151 h 151"/>
                <a:gd name="T2" fmla="*/ 159 w 159"/>
                <a:gd name="T3" fmla="*/ 99 h 151"/>
                <a:gd name="T4" fmla="*/ 0 w 159"/>
                <a:gd name="T5" fmla="*/ 0 h 151"/>
                <a:gd name="T6" fmla="*/ 29 w 159"/>
                <a:gd name="T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151">
                  <a:moveTo>
                    <a:pt x="29" y="151"/>
                  </a:moveTo>
                  <a:lnTo>
                    <a:pt x="159" y="99"/>
                  </a:lnTo>
                  <a:lnTo>
                    <a:pt x="0" y="0"/>
                  </a:lnTo>
                  <a:lnTo>
                    <a:pt x="29" y="15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7" name="Freeform 404"/>
            <p:cNvSpPr>
              <a:spLocks/>
            </p:cNvSpPr>
            <p:nvPr/>
          </p:nvSpPr>
          <p:spPr bwMode="auto">
            <a:xfrm>
              <a:off x="7648546" y="3405238"/>
              <a:ext cx="247362" cy="321998"/>
            </a:xfrm>
            <a:custGeom>
              <a:avLst/>
              <a:gdLst>
                <a:gd name="T0" fmla="*/ 0 w 116"/>
                <a:gd name="T1" fmla="*/ 151 h 151"/>
                <a:gd name="T2" fmla="*/ 87 w 116"/>
                <a:gd name="T3" fmla="*/ 0 h 151"/>
                <a:gd name="T4" fmla="*/ 116 w 116"/>
                <a:gd name="T5" fmla="*/ 151 h 151"/>
                <a:gd name="T6" fmla="*/ 0 w 116"/>
                <a:gd name="T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51">
                  <a:moveTo>
                    <a:pt x="0" y="151"/>
                  </a:moveTo>
                  <a:lnTo>
                    <a:pt x="87" y="0"/>
                  </a:lnTo>
                  <a:lnTo>
                    <a:pt x="116" y="151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8" name="Freeform 405"/>
            <p:cNvSpPr>
              <a:spLocks/>
            </p:cNvSpPr>
            <p:nvPr/>
          </p:nvSpPr>
          <p:spPr bwMode="auto">
            <a:xfrm>
              <a:off x="7286032" y="3556642"/>
              <a:ext cx="362514" cy="292144"/>
            </a:xfrm>
            <a:custGeom>
              <a:avLst/>
              <a:gdLst>
                <a:gd name="T0" fmla="*/ 52 w 170"/>
                <a:gd name="T1" fmla="*/ 137 h 137"/>
                <a:gd name="T2" fmla="*/ 170 w 170"/>
                <a:gd name="T3" fmla="*/ 80 h 137"/>
                <a:gd name="T4" fmla="*/ 0 w 170"/>
                <a:gd name="T5" fmla="*/ 0 h 137"/>
                <a:gd name="T6" fmla="*/ 52 w 170"/>
                <a:gd name="T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0" h="137">
                  <a:moveTo>
                    <a:pt x="52" y="137"/>
                  </a:moveTo>
                  <a:lnTo>
                    <a:pt x="170" y="80"/>
                  </a:lnTo>
                  <a:lnTo>
                    <a:pt x="0" y="0"/>
                  </a:lnTo>
                  <a:lnTo>
                    <a:pt x="52" y="13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9" name="Freeform 406"/>
            <p:cNvSpPr>
              <a:spLocks/>
            </p:cNvSpPr>
            <p:nvPr/>
          </p:nvSpPr>
          <p:spPr bwMode="auto">
            <a:xfrm>
              <a:off x="7286032" y="3238908"/>
              <a:ext cx="362514" cy="488328"/>
            </a:xfrm>
            <a:custGeom>
              <a:avLst/>
              <a:gdLst>
                <a:gd name="T0" fmla="*/ 85 w 170"/>
                <a:gd name="T1" fmla="*/ 0 h 229"/>
                <a:gd name="T2" fmla="*/ 170 w 170"/>
                <a:gd name="T3" fmla="*/ 229 h 229"/>
                <a:gd name="T4" fmla="*/ 0 w 170"/>
                <a:gd name="T5" fmla="*/ 149 h 229"/>
                <a:gd name="T6" fmla="*/ 85 w 170"/>
                <a:gd name="T7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0" h="229">
                  <a:moveTo>
                    <a:pt x="85" y="0"/>
                  </a:moveTo>
                  <a:lnTo>
                    <a:pt x="170" y="229"/>
                  </a:lnTo>
                  <a:lnTo>
                    <a:pt x="0" y="149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0" name="Freeform 407"/>
            <p:cNvSpPr>
              <a:spLocks/>
            </p:cNvSpPr>
            <p:nvPr/>
          </p:nvSpPr>
          <p:spPr bwMode="auto">
            <a:xfrm>
              <a:off x="7467288" y="3238908"/>
              <a:ext cx="366779" cy="488328"/>
            </a:xfrm>
            <a:custGeom>
              <a:avLst/>
              <a:gdLst>
                <a:gd name="T0" fmla="*/ 172 w 172"/>
                <a:gd name="T1" fmla="*/ 78 h 229"/>
                <a:gd name="T2" fmla="*/ 0 w 172"/>
                <a:gd name="T3" fmla="*/ 0 h 229"/>
                <a:gd name="T4" fmla="*/ 85 w 172"/>
                <a:gd name="T5" fmla="*/ 229 h 229"/>
                <a:gd name="T6" fmla="*/ 172 w 172"/>
                <a:gd name="T7" fmla="*/ 7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" h="229">
                  <a:moveTo>
                    <a:pt x="172" y="78"/>
                  </a:moveTo>
                  <a:lnTo>
                    <a:pt x="0" y="0"/>
                  </a:lnTo>
                  <a:lnTo>
                    <a:pt x="85" y="229"/>
                  </a:lnTo>
                  <a:lnTo>
                    <a:pt x="172" y="7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1" name="Freeform 408"/>
            <p:cNvSpPr>
              <a:spLocks/>
            </p:cNvSpPr>
            <p:nvPr/>
          </p:nvSpPr>
          <p:spPr bwMode="auto">
            <a:xfrm>
              <a:off x="7467288" y="3010739"/>
              <a:ext cx="366779" cy="394501"/>
            </a:xfrm>
            <a:custGeom>
              <a:avLst/>
              <a:gdLst>
                <a:gd name="T0" fmla="*/ 146 w 172"/>
                <a:gd name="T1" fmla="*/ 0 h 185"/>
                <a:gd name="T2" fmla="*/ 0 w 172"/>
                <a:gd name="T3" fmla="*/ 107 h 185"/>
                <a:gd name="T4" fmla="*/ 172 w 172"/>
                <a:gd name="T5" fmla="*/ 185 h 185"/>
                <a:gd name="T6" fmla="*/ 146 w 172"/>
                <a:gd name="T7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" h="185">
                  <a:moveTo>
                    <a:pt x="146" y="0"/>
                  </a:moveTo>
                  <a:lnTo>
                    <a:pt x="0" y="107"/>
                  </a:lnTo>
                  <a:lnTo>
                    <a:pt x="172" y="185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2" name="Freeform 409"/>
            <p:cNvSpPr>
              <a:spLocks/>
            </p:cNvSpPr>
            <p:nvPr/>
          </p:nvSpPr>
          <p:spPr bwMode="auto">
            <a:xfrm>
              <a:off x="8298937" y="2759111"/>
              <a:ext cx="283614" cy="362514"/>
            </a:xfrm>
            <a:custGeom>
              <a:avLst/>
              <a:gdLst>
                <a:gd name="T0" fmla="*/ 0 w 133"/>
                <a:gd name="T1" fmla="*/ 0 h 170"/>
                <a:gd name="T2" fmla="*/ 133 w 133"/>
                <a:gd name="T3" fmla="*/ 64 h 170"/>
                <a:gd name="T4" fmla="*/ 21 w 133"/>
                <a:gd name="T5" fmla="*/ 170 h 170"/>
                <a:gd name="T6" fmla="*/ 0 w 133"/>
                <a:gd name="T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0">
                  <a:moveTo>
                    <a:pt x="0" y="0"/>
                  </a:moveTo>
                  <a:lnTo>
                    <a:pt x="133" y="64"/>
                  </a:lnTo>
                  <a:lnTo>
                    <a:pt x="21" y="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3" name="Freeform 410"/>
            <p:cNvSpPr>
              <a:spLocks/>
            </p:cNvSpPr>
            <p:nvPr/>
          </p:nvSpPr>
          <p:spPr bwMode="auto">
            <a:xfrm>
              <a:off x="7778624" y="3010739"/>
              <a:ext cx="294276" cy="394501"/>
            </a:xfrm>
            <a:custGeom>
              <a:avLst/>
              <a:gdLst>
                <a:gd name="T0" fmla="*/ 138 w 138"/>
                <a:gd name="T1" fmla="*/ 149 h 185"/>
                <a:gd name="T2" fmla="*/ 0 w 138"/>
                <a:gd name="T3" fmla="*/ 0 h 185"/>
                <a:gd name="T4" fmla="*/ 26 w 138"/>
                <a:gd name="T5" fmla="*/ 185 h 185"/>
                <a:gd name="T6" fmla="*/ 138 w 138"/>
                <a:gd name="T7" fmla="*/ 14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185">
                  <a:moveTo>
                    <a:pt x="138" y="149"/>
                  </a:moveTo>
                  <a:lnTo>
                    <a:pt x="0" y="0"/>
                  </a:lnTo>
                  <a:lnTo>
                    <a:pt x="26" y="185"/>
                  </a:lnTo>
                  <a:lnTo>
                    <a:pt x="138" y="14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4" name="Freeform 411"/>
            <p:cNvSpPr>
              <a:spLocks/>
            </p:cNvSpPr>
            <p:nvPr/>
          </p:nvSpPr>
          <p:spPr bwMode="auto">
            <a:xfrm>
              <a:off x="8040914" y="2844409"/>
              <a:ext cx="302806" cy="484063"/>
            </a:xfrm>
            <a:custGeom>
              <a:avLst/>
              <a:gdLst>
                <a:gd name="T0" fmla="*/ 0 w 142"/>
                <a:gd name="T1" fmla="*/ 0 h 227"/>
                <a:gd name="T2" fmla="*/ 15 w 142"/>
                <a:gd name="T3" fmla="*/ 227 h 227"/>
                <a:gd name="T4" fmla="*/ 142 w 142"/>
                <a:gd name="T5" fmla="*/ 130 h 227"/>
                <a:gd name="T6" fmla="*/ 0 w 142"/>
                <a:gd name="T7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27">
                  <a:moveTo>
                    <a:pt x="0" y="0"/>
                  </a:moveTo>
                  <a:lnTo>
                    <a:pt x="15" y="227"/>
                  </a:lnTo>
                  <a:lnTo>
                    <a:pt x="142" y="1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5" name="Freeform 412"/>
            <p:cNvSpPr>
              <a:spLocks/>
            </p:cNvSpPr>
            <p:nvPr/>
          </p:nvSpPr>
          <p:spPr bwMode="auto">
            <a:xfrm>
              <a:off x="8040914" y="2759111"/>
              <a:ext cx="302806" cy="362514"/>
            </a:xfrm>
            <a:custGeom>
              <a:avLst/>
              <a:gdLst>
                <a:gd name="T0" fmla="*/ 121 w 142"/>
                <a:gd name="T1" fmla="*/ 0 h 170"/>
                <a:gd name="T2" fmla="*/ 142 w 142"/>
                <a:gd name="T3" fmla="*/ 170 h 170"/>
                <a:gd name="T4" fmla="*/ 0 w 142"/>
                <a:gd name="T5" fmla="*/ 40 h 170"/>
                <a:gd name="T6" fmla="*/ 121 w 142"/>
                <a:gd name="T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70">
                  <a:moveTo>
                    <a:pt x="121" y="0"/>
                  </a:moveTo>
                  <a:lnTo>
                    <a:pt x="142" y="170"/>
                  </a:lnTo>
                  <a:lnTo>
                    <a:pt x="0" y="40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6" name="Freeform 413"/>
            <p:cNvSpPr>
              <a:spLocks/>
            </p:cNvSpPr>
            <p:nvPr/>
          </p:nvSpPr>
          <p:spPr bwMode="auto">
            <a:xfrm>
              <a:off x="7778624" y="2844409"/>
              <a:ext cx="294276" cy="484063"/>
            </a:xfrm>
            <a:custGeom>
              <a:avLst/>
              <a:gdLst>
                <a:gd name="T0" fmla="*/ 0 w 138"/>
                <a:gd name="T1" fmla="*/ 78 h 227"/>
                <a:gd name="T2" fmla="*/ 123 w 138"/>
                <a:gd name="T3" fmla="*/ 0 h 227"/>
                <a:gd name="T4" fmla="*/ 138 w 138"/>
                <a:gd name="T5" fmla="*/ 227 h 227"/>
                <a:gd name="T6" fmla="*/ 0 w 138"/>
                <a:gd name="T7" fmla="*/ 78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227">
                  <a:moveTo>
                    <a:pt x="0" y="78"/>
                  </a:moveTo>
                  <a:lnTo>
                    <a:pt x="123" y="0"/>
                  </a:lnTo>
                  <a:lnTo>
                    <a:pt x="138" y="227"/>
                  </a:lnTo>
                  <a:lnTo>
                    <a:pt x="0" y="7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7" name="Freeform 414"/>
            <p:cNvSpPr>
              <a:spLocks/>
            </p:cNvSpPr>
            <p:nvPr/>
          </p:nvSpPr>
          <p:spPr bwMode="auto">
            <a:xfrm>
              <a:off x="7552586" y="2648225"/>
              <a:ext cx="488328" cy="362514"/>
            </a:xfrm>
            <a:custGeom>
              <a:avLst/>
              <a:gdLst>
                <a:gd name="T0" fmla="*/ 0 w 229"/>
                <a:gd name="T1" fmla="*/ 0 h 170"/>
                <a:gd name="T2" fmla="*/ 106 w 229"/>
                <a:gd name="T3" fmla="*/ 170 h 170"/>
                <a:gd name="T4" fmla="*/ 229 w 229"/>
                <a:gd name="T5" fmla="*/ 92 h 170"/>
                <a:gd name="T6" fmla="*/ 0 w 229"/>
                <a:gd name="T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170">
                  <a:moveTo>
                    <a:pt x="0" y="0"/>
                  </a:moveTo>
                  <a:lnTo>
                    <a:pt x="106" y="170"/>
                  </a:lnTo>
                  <a:lnTo>
                    <a:pt x="229" y="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8" name="Freeform 415"/>
            <p:cNvSpPr>
              <a:spLocks/>
            </p:cNvSpPr>
            <p:nvPr/>
          </p:nvSpPr>
          <p:spPr bwMode="auto">
            <a:xfrm>
              <a:off x="7286032" y="2648225"/>
              <a:ext cx="492593" cy="362514"/>
            </a:xfrm>
            <a:custGeom>
              <a:avLst/>
              <a:gdLst>
                <a:gd name="T0" fmla="*/ 0 w 231"/>
                <a:gd name="T1" fmla="*/ 116 h 170"/>
                <a:gd name="T2" fmla="*/ 231 w 231"/>
                <a:gd name="T3" fmla="*/ 170 h 170"/>
                <a:gd name="T4" fmla="*/ 125 w 231"/>
                <a:gd name="T5" fmla="*/ 0 h 170"/>
                <a:gd name="T6" fmla="*/ 0 w 231"/>
                <a:gd name="T7" fmla="*/ 11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70">
                  <a:moveTo>
                    <a:pt x="0" y="116"/>
                  </a:moveTo>
                  <a:lnTo>
                    <a:pt x="231" y="170"/>
                  </a:lnTo>
                  <a:lnTo>
                    <a:pt x="125" y="0"/>
                  </a:lnTo>
                  <a:lnTo>
                    <a:pt x="0" y="11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9" name="Freeform 416"/>
            <p:cNvSpPr>
              <a:spLocks/>
            </p:cNvSpPr>
            <p:nvPr/>
          </p:nvSpPr>
          <p:spPr bwMode="auto">
            <a:xfrm>
              <a:off x="7286032" y="2895587"/>
              <a:ext cx="492593" cy="343323"/>
            </a:xfrm>
            <a:custGeom>
              <a:avLst/>
              <a:gdLst>
                <a:gd name="T0" fmla="*/ 85 w 231"/>
                <a:gd name="T1" fmla="*/ 161 h 161"/>
                <a:gd name="T2" fmla="*/ 0 w 231"/>
                <a:gd name="T3" fmla="*/ 0 h 161"/>
                <a:gd name="T4" fmla="*/ 231 w 231"/>
                <a:gd name="T5" fmla="*/ 54 h 161"/>
                <a:gd name="T6" fmla="*/ 85 w 231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61">
                  <a:moveTo>
                    <a:pt x="85" y="161"/>
                  </a:moveTo>
                  <a:lnTo>
                    <a:pt x="0" y="0"/>
                  </a:lnTo>
                  <a:lnTo>
                    <a:pt x="231" y="54"/>
                  </a:lnTo>
                  <a:lnTo>
                    <a:pt x="85" y="16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0" name="Freeform 417"/>
            <p:cNvSpPr>
              <a:spLocks/>
            </p:cNvSpPr>
            <p:nvPr/>
          </p:nvSpPr>
          <p:spPr bwMode="auto">
            <a:xfrm>
              <a:off x="7057861" y="2895587"/>
              <a:ext cx="409427" cy="343323"/>
            </a:xfrm>
            <a:custGeom>
              <a:avLst/>
              <a:gdLst>
                <a:gd name="T0" fmla="*/ 0 w 192"/>
                <a:gd name="T1" fmla="*/ 120 h 161"/>
                <a:gd name="T2" fmla="*/ 192 w 192"/>
                <a:gd name="T3" fmla="*/ 161 h 161"/>
                <a:gd name="T4" fmla="*/ 107 w 192"/>
                <a:gd name="T5" fmla="*/ 0 h 161"/>
                <a:gd name="T6" fmla="*/ 0 w 192"/>
                <a:gd name="T7" fmla="*/ 12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" h="161">
                  <a:moveTo>
                    <a:pt x="0" y="120"/>
                  </a:moveTo>
                  <a:lnTo>
                    <a:pt x="192" y="161"/>
                  </a:lnTo>
                  <a:lnTo>
                    <a:pt x="107" y="0"/>
                  </a:lnTo>
                  <a:lnTo>
                    <a:pt x="0" y="12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1" name="Freeform 418"/>
            <p:cNvSpPr>
              <a:spLocks/>
            </p:cNvSpPr>
            <p:nvPr/>
          </p:nvSpPr>
          <p:spPr bwMode="auto">
            <a:xfrm>
              <a:off x="7057861" y="3151479"/>
              <a:ext cx="409427" cy="206847"/>
            </a:xfrm>
            <a:custGeom>
              <a:avLst/>
              <a:gdLst>
                <a:gd name="T0" fmla="*/ 29 w 192"/>
                <a:gd name="T1" fmla="*/ 97 h 97"/>
                <a:gd name="T2" fmla="*/ 192 w 192"/>
                <a:gd name="T3" fmla="*/ 41 h 97"/>
                <a:gd name="T4" fmla="*/ 0 w 192"/>
                <a:gd name="T5" fmla="*/ 0 h 97"/>
                <a:gd name="T6" fmla="*/ 29 w 192"/>
                <a:gd name="T7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" h="97">
                  <a:moveTo>
                    <a:pt x="29" y="97"/>
                  </a:moveTo>
                  <a:lnTo>
                    <a:pt x="192" y="41"/>
                  </a:lnTo>
                  <a:lnTo>
                    <a:pt x="0" y="0"/>
                  </a:lnTo>
                  <a:lnTo>
                    <a:pt x="29" y="9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2" name="Freeform 419"/>
            <p:cNvSpPr>
              <a:spLocks/>
            </p:cNvSpPr>
            <p:nvPr/>
          </p:nvSpPr>
          <p:spPr bwMode="auto">
            <a:xfrm>
              <a:off x="7119702" y="3238908"/>
              <a:ext cx="347587" cy="317733"/>
            </a:xfrm>
            <a:custGeom>
              <a:avLst/>
              <a:gdLst>
                <a:gd name="T0" fmla="*/ 78 w 163"/>
                <a:gd name="T1" fmla="*/ 149 h 149"/>
                <a:gd name="T2" fmla="*/ 0 w 163"/>
                <a:gd name="T3" fmla="*/ 56 h 149"/>
                <a:gd name="T4" fmla="*/ 163 w 163"/>
                <a:gd name="T5" fmla="*/ 0 h 149"/>
                <a:gd name="T6" fmla="*/ 78 w 163"/>
                <a:gd name="T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49">
                  <a:moveTo>
                    <a:pt x="78" y="149"/>
                  </a:moveTo>
                  <a:lnTo>
                    <a:pt x="0" y="56"/>
                  </a:lnTo>
                  <a:lnTo>
                    <a:pt x="163" y="0"/>
                  </a:lnTo>
                  <a:lnTo>
                    <a:pt x="78" y="14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3" name="Freeform 420"/>
            <p:cNvSpPr>
              <a:spLocks/>
            </p:cNvSpPr>
            <p:nvPr/>
          </p:nvSpPr>
          <p:spPr bwMode="auto">
            <a:xfrm>
              <a:off x="7002418" y="3358325"/>
              <a:ext cx="283614" cy="343323"/>
            </a:xfrm>
            <a:custGeom>
              <a:avLst/>
              <a:gdLst>
                <a:gd name="T0" fmla="*/ 0 w 133"/>
                <a:gd name="T1" fmla="*/ 161 h 161"/>
                <a:gd name="T2" fmla="*/ 133 w 133"/>
                <a:gd name="T3" fmla="*/ 93 h 161"/>
                <a:gd name="T4" fmla="*/ 55 w 133"/>
                <a:gd name="T5" fmla="*/ 0 h 161"/>
                <a:gd name="T6" fmla="*/ 0 w 133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61">
                  <a:moveTo>
                    <a:pt x="0" y="161"/>
                  </a:moveTo>
                  <a:lnTo>
                    <a:pt x="133" y="93"/>
                  </a:lnTo>
                  <a:lnTo>
                    <a:pt x="55" y="0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4" name="Freeform 421"/>
            <p:cNvSpPr>
              <a:spLocks/>
            </p:cNvSpPr>
            <p:nvPr/>
          </p:nvSpPr>
          <p:spPr bwMode="auto">
            <a:xfrm>
              <a:off x="6831823" y="3358325"/>
              <a:ext cx="287879" cy="343323"/>
            </a:xfrm>
            <a:custGeom>
              <a:avLst/>
              <a:gdLst>
                <a:gd name="T0" fmla="*/ 0 w 135"/>
                <a:gd name="T1" fmla="*/ 81 h 161"/>
                <a:gd name="T2" fmla="*/ 135 w 135"/>
                <a:gd name="T3" fmla="*/ 0 h 161"/>
                <a:gd name="T4" fmla="*/ 80 w 135"/>
                <a:gd name="T5" fmla="*/ 161 h 161"/>
                <a:gd name="T6" fmla="*/ 0 w 135"/>
                <a:gd name="T7" fmla="*/ 8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61">
                  <a:moveTo>
                    <a:pt x="0" y="81"/>
                  </a:moveTo>
                  <a:lnTo>
                    <a:pt x="135" y="0"/>
                  </a:lnTo>
                  <a:lnTo>
                    <a:pt x="80" y="16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5" name="Freeform 422"/>
            <p:cNvSpPr>
              <a:spLocks/>
            </p:cNvSpPr>
            <p:nvPr/>
          </p:nvSpPr>
          <p:spPr bwMode="auto">
            <a:xfrm>
              <a:off x="6706010" y="3531053"/>
              <a:ext cx="296409" cy="317733"/>
            </a:xfrm>
            <a:custGeom>
              <a:avLst/>
              <a:gdLst>
                <a:gd name="T0" fmla="*/ 0 w 139"/>
                <a:gd name="T1" fmla="*/ 149 h 149"/>
                <a:gd name="T2" fmla="*/ 139 w 139"/>
                <a:gd name="T3" fmla="*/ 80 h 149"/>
                <a:gd name="T4" fmla="*/ 59 w 139"/>
                <a:gd name="T5" fmla="*/ 0 h 149"/>
                <a:gd name="T6" fmla="*/ 0 w 139"/>
                <a:gd name="T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49">
                  <a:moveTo>
                    <a:pt x="0" y="149"/>
                  </a:moveTo>
                  <a:lnTo>
                    <a:pt x="139" y="80"/>
                  </a:lnTo>
                  <a:lnTo>
                    <a:pt x="59" y="0"/>
                  </a:lnTo>
                  <a:lnTo>
                    <a:pt x="0" y="149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6" name="Freeform 423"/>
            <p:cNvSpPr>
              <a:spLocks/>
            </p:cNvSpPr>
            <p:nvPr/>
          </p:nvSpPr>
          <p:spPr bwMode="auto">
            <a:xfrm>
              <a:off x="6810499" y="3206923"/>
              <a:ext cx="309204" cy="324130"/>
            </a:xfrm>
            <a:custGeom>
              <a:avLst/>
              <a:gdLst>
                <a:gd name="T0" fmla="*/ 0 w 145"/>
                <a:gd name="T1" fmla="*/ 0 h 152"/>
                <a:gd name="T2" fmla="*/ 145 w 145"/>
                <a:gd name="T3" fmla="*/ 71 h 152"/>
                <a:gd name="T4" fmla="*/ 10 w 145"/>
                <a:gd name="T5" fmla="*/ 152 h 152"/>
                <a:gd name="T6" fmla="*/ 0 w 145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52">
                  <a:moveTo>
                    <a:pt x="0" y="0"/>
                  </a:moveTo>
                  <a:lnTo>
                    <a:pt x="145" y="71"/>
                  </a:lnTo>
                  <a:lnTo>
                    <a:pt x="10" y="1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7" name="Freeform 424"/>
            <p:cNvSpPr>
              <a:spLocks/>
            </p:cNvSpPr>
            <p:nvPr/>
          </p:nvSpPr>
          <p:spPr bwMode="auto">
            <a:xfrm>
              <a:off x="7416110" y="3974599"/>
              <a:ext cx="362514" cy="258025"/>
            </a:xfrm>
            <a:custGeom>
              <a:avLst/>
              <a:gdLst>
                <a:gd name="T0" fmla="*/ 170 w 170"/>
                <a:gd name="T1" fmla="*/ 43 h 121"/>
                <a:gd name="T2" fmla="*/ 118 w 170"/>
                <a:gd name="T3" fmla="*/ 121 h 121"/>
                <a:gd name="T4" fmla="*/ 0 w 170"/>
                <a:gd name="T5" fmla="*/ 0 h 121"/>
                <a:gd name="T6" fmla="*/ 170 w 170"/>
                <a:gd name="T7" fmla="*/ 4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0" h="121">
                  <a:moveTo>
                    <a:pt x="170" y="43"/>
                  </a:moveTo>
                  <a:lnTo>
                    <a:pt x="118" y="121"/>
                  </a:lnTo>
                  <a:lnTo>
                    <a:pt x="0" y="0"/>
                  </a:lnTo>
                  <a:lnTo>
                    <a:pt x="170" y="4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8" name="Freeform 425"/>
            <p:cNvSpPr>
              <a:spLocks/>
            </p:cNvSpPr>
            <p:nvPr/>
          </p:nvSpPr>
          <p:spPr bwMode="auto">
            <a:xfrm>
              <a:off x="7667737" y="4066293"/>
              <a:ext cx="258025" cy="479798"/>
            </a:xfrm>
            <a:custGeom>
              <a:avLst/>
              <a:gdLst>
                <a:gd name="T0" fmla="*/ 121 w 121"/>
                <a:gd name="T1" fmla="*/ 225 h 225"/>
                <a:gd name="T2" fmla="*/ 0 w 121"/>
                <a:gd name="T3" fmla="*/ 78 h 225"/>
                <a:gd name="T4" fmla="*/ 52 w 121"/>
                <a:gd name="T5" fmla="*/ 0 h 225"/>
                <a:gd name="T6" fmla="*/ 121 w 121"/>
                <a:gd name="T7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225">
                  <a:moveTo>
                    <a:pt x="121" y="225"/>
                  </a:moveTo>
                  <a:lnTo>
                    <a:pt x="0" y="78"/>
                  </a:lnTo>
                  <a:lnTo>
                    <a:pt x="52" y="0"/>
                  </a:lnTo>
                  <a:lnTo>
                    <a:pt x="121" y="22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89" name="Freeform 426"/>
            <p:cNvSpPr>
              <a:spLocks/>
            </p:cNvSpPr>
            <p:nvPr/>
          </p:nvSpPr>
          <p:spPr bwMode="auto">
            <a:xfrm>
              <a:off x="7667737" y="4232623"/>
              <a:ext cx="258025" cy="550168"/>
            </a:xfrm>
            <a:custGeom>
              <a:avLst/>
              <a:gdLst>
                <a:gd name="T0" fmla="*/ 71 w 121"/>
                <a:gd name="T1" fmla="*/ 258 h 258"/>
                <a:gd name="T2" fmla="*/ 0 w 121"/>
                <a:gd name="T3" fmla="*/ 0 h 258"/>
                <a:gd name="T4" fmla="*/ 121 w 121"/>
                <a:gd name="T5" fmla="*/ 147 h 258"/>
                <a:gd name="T6" fmla="*/ 71 w 121"/>
                <a:gd name="T7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258">
                  <a:moveTo>
                    <a:pt x="71" y="258"/>
                  </a:moveTo>
                  <a:lnTo>
                    <a:pt x="0" y="0"/>
                  </a:lnTo>
                  <a:lnTo>
                    <a:pt x="121" y="147"/>
                  </a:lnTo>
                  <a:lnTo>
                    <a:pt x="71" y="258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0" name="Freeform 427"/>
            <p:cNvSpPr>
              <a:spLocks/>
            </p:cNvSpPr>
            <p:nvPr/>
          </p:nvSpPr>
          <p:spPr bwMode="auto">
            <a:xfrm>
              <a:off x="7537659" y="4232623"/>
              <a:ext cx="281481" cy="550168"/>
            </a:xfrm>
            <a:custGeom>
              <a:avLst/>
              <a:gdLst>
                <a:gd name="T0" fmla="*/ 0 w 132"/>
                <a:gd name="T1" fmla="*/ 242 h 258"/>
                <a:gd name="T2" fmla="*/ 61 w 132"/>
                <a:gd name="T3" fmla="*/ 0 h 258"/>
                <a:gd name="T4" fmla="*/ 132 w 132"/>
                <a:gd name="T5" fmla="*/ 258 h 258"/>
                <a:gd name="T6" fmla="*/ 0 w 132"/>
                <a:gd name="T7" fmla="*/ 242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258">
                  <a:moveTo>
                    <a:pt x="0" y="242"/>
                  </a:moveTo>
                  <a:lnTo>
                    <a:pt x="61" y="0"/>
                  </a:lnTo>
                  <a:lnTo>
                    <a:pt x="132" y="258"/>
                  </a:lnTo>
                  <a:lnTo>
                    <a:pt x="0" y="24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1" name="Freeform 428"/>
            <p:cNvSpPr>
              <a:spLocks/>
            </p:cNvSpPr>
            <p:nvPr/>
          </p:nvSpPr>
          <p:spPr bwMode="auto">
            <a:xfrm>
              <a:off x="7819140" y="4546091"/>
              <a:ext cx="221773" cy="236701"/>
            </a:xfrm>
            <a:custGeom>
              <a:avLst/>
              <a:gdLst>
                <a:gd name="T0" fmla="*/ 104 w 104"/>
                <a:gd name="T1" fmla="*/ 111 h 111"/>
                <a:gd name="T2" fmla="*/ 50 w 104"/>
                <a:gd name="T3" fmla="*/ 0 h 111"/>
                <a:gd name="T4" fmla="*/ 0 w 104"/>
                <a:gd name="T5" fmla="*/ 111 h 111"/>
                <a:gd name="T6" fmla="*/ 104 w 104"/>
                <a:gd name="T7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111">
                  <a:moveTo>
                    <a:pt x="104" y="111"/>
                  </a:moveTo>
                  <a:lnTo>
                    <a:pt x="50" y="0"/>
                  </a:lnTo>
                  <a:lnTo>
                    <a:pt x="0" y="111"/>
                  </a:lnTo>
                  <a:lnTo>
                    <a:pt x="104" y="11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2" name="Freeform 429"/>
            <p:cNvSpPr>
              <a:spLocks/>
            </p:cNvSpPr>
            <p:nvPr/>
          </p:nvSpPr>
          <p:spPr bwMode="auto">
            <a:xfrm>
              <a:off x="7925762" y="4509839"/>
              <a:ext cx="247362" cy="272952"/>
            </a:xfrm>
            <a:custGeom>
              <a:avLst/>
              <a:gdLst>
                <a:gd name="T0" fmla="*/ 116 w 116"/>
                <a:gd name="T1" fmla="*/ 0 h 128"/>
                <a:gd name="T2" fmla="*/ 0 w 116"/>
                <a:gd name="T3" fmla="*/ 17 h 128"/>
                <a:gd name="T4" fmla="*/ 54 w 116"/>
                <a:gd name="T5" fmla="*/ 128 h 128"/>
                <a:gd name="T6" fmla="*/ 116 w 116"/>
                <a:gd name="T7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28">
                  <a:moveTo>
                    <a:pt x="116" y="0"/>
                  </a:moveTo>
                  <a:lnTo>
                    <a:pt x="0" y="17"/>
                  </a:lnTo>
                  <a:lnTo>
                    <a:pt x="54" y="128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3" name="Freeform 430"/>
            <p:cNvSpPr>
              <a:spLocks/>
            </p:cNvSpPr>
            <p:nvPr/>
          </p:nvSpPr>
          <p:spPr bwMode="auto">
            <a:xfrm>
              <a:off x="7819140" y="4782791"/>
              <a:ext cx="221773" cy="236701"/>
            </a:xfrm>
            <a:custGeom>
              <a:avLst/>
              <a:gdLst>
                <a:gd name="T0" fmla="*/ 22 w 104"/>
                <a:gd name="T1" fmla="*/ 111 h 111"/>
                <a:gd name="T2" fmla="*/ 104 w 104"/>
                <a:gd name="T3" fmla="*/ 0 h 111"/>
                <a:gd name="T4" fmla="*/ 0 w 104"/>
                <a:gd name="T5" fmla="*/ 0 h 111"/>
                <a:gd name="T6" fmla="*/ 22 w 104"/>
                <a:gd name="T7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111">
                  <a:moveTo>
                    <a:pt x="22" y="111"/>
                  </a:moveTo>
                  <a:lnTo>
                    <a:pt x="104" y="0"/>
                  </a:lnTo>
                  <a:lnTo>
                    <a:pt x="0" y="0"/>
                  </a:lnTo>
                  <a:lnTo>
                    <a:pt x="22" y="11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4" name="Freeform 431"/>
            <p:cNvSpPr>
              <a:spLocks/>
            </p:cNvSpPr>
            <p:nvPr/>
          </p:nvSpPr>
          <p:spPr bwMode="auto">
            <a:xfrm>
              <a:off x="7209264" y="3974599"/>
              <a:ext cx="458474" cy="313469"/>
            </a:xfrm>
            <a:custGeom>
              <a:avLst/>
              <a:gdLst>
                <a:gd name="T0" fmla="*/ 97 w 215"/>
                <a:gd name="T1" fmla="*/ 0 h 147"/>
                <a:gd name="T2" fmla="*/ 0 w 215"/>
                <a:gd name="T3" fmla="*/ 147 h 147"/>
                <a:gd name="T4" fmla="*/ 215 w 215"/>
                <a:gd name="T5" fmla="*/ 121 h 147"/>
                <a:gd name="T6" fmla="*/ 97 w 215"/>
                <a:gd name="T7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" h="147">
                  <a:moveTo>
                    <a:pt x="97" y="0"/>
                  </a:moveTo>
                  <a:lnTo>
                    <a:pt x="0" y="147"/>
                  </a:lnTo>
                  <a:lnTo>
                    <a:pt x="215" y="121"/>
                  </a:lnTo>
                  <a:lnTo>
                    <a:pt x="97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5" name="Freeform 432"/>
            <p:cNvSpPr>
              <a:spLocks/>
            </p:cNvSpPr>
            <p:nvPr/>
          </p:nvSpPr>
          <p:spPr bwMode="auto">
            <a:xfrm>
              <a:off x="7143158" y="3874374"/>
              <a:ext cx="272952" cy="413692"/>
            </a:xfrm>
            <a:custGeom>
              <a:avLst/>
              <a:gdLst>
                <a:gd name="T0" fmla="*/ 0 w 128"/>
                <a:gd name="T1" fmla="*/ 0 h 194"/>
                <a:gd name="T2" fmla="*/ 31 w 128"/>
                <a:gd name="T3" fmla="*/ 194 h 194"/>
                <a:gd name="T4" fmla="*/ 128 w 128"/>
                <a:gd name="T5" fmla="*/ 47 h 194"/>
                <a:gd name="T6" fmla="*/ 0 w 128"/>
                <a:gd name="T7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194">
                  <a:moveTo>
                    <a:pt x="0" y="0"/>
                  </a:moveTo>
                  <a:lnTo>
                    <a:pt x="31" y="194"/>
                  </a:lnTo>
                  <a:lnTo>
                    <a:pt x="128" y="4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6" name="Freeform 433"/>
            <p:cNvSpPr>
              <a:spLocks/>
            </p:cNvSpPr>
            <p:nvPr/>
          </p:nvSpPr>
          <p:spPr bwMode="auto">
            <a:xfrm>
              <a:off x="6746526" y="3874374"/>
              <a:ext cx="396633" cy="328395"/>
            </a:xfrm>
            <a:custGeom>
              <a:avLst/>
              <a:gdLst>
                <a:gd name="T0" fmla="*/ 52 w 186"/>
                <a:gd name="T1" fmla="*/ 154 h 154"/>
                <a:gd name="T2" fmla="*/ 186 w 186"/>
                <a:gd name="T3" fmla="*/ 0 h 154"/>
                <a:gd name="T4" fmla="*/ 0 w 186"/>
                <a:gd name="T5" fmla="*/ 14 h 154"/>
                <a:gd name="T6" fmla="*/ 52 w 186"/>
                <a:gd name="T7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6" h="154">
                  <a:moveTo>
                    <a:pt x="52" y="154"/>
                  </a:moveTo>
                  <a:lnTo>
                    <a:pt x="186" y="0"/>
                  </a:lnTo>
                  <a:lnTo>
                    <a:pt x="0" y="14"/>
                  </a:lnTo>
                  <a:lnTo>
                    <a:pt x="52" y="15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7" name="Freeform 434"/>
            <p:cNvSpPr>
              <a:spLocks/>
            </p:cNvSpPr>
            <p:nvPr/>
          </p:nvSpPr>
          <p:spPr bwMode="auto">
            <a:xfrm>
              <a:off x="6529017" y="3904228"/>
              <a:ext cx="328395" cy="364647"/>
            </a:xfrm>
            <a:custGeom>
              <a:avLst/>
              <a:gdLst>
                <a:gd name="T0" fmla="*/ 0 w 154"/>
                <a:gd name="T1" fmla="*/ 171 h 171"/>
                <a:gd name="T2" fmla="*/ 154 w 154"/>
                <a:gd name="T3" fmla="*/ 140 h 171"/>
                <a:gd name="T4" fmla="*/ 102 w 154"/>
                <a:gd name="T5" fmla="*/ 0 h 171"/>
                <a:gd name="T6" fmla="*/ 0 w 154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71">
                  <a:moveTo>
                    <a:pt x="0" y="171"/>
                  </a:moveTo>
                  <a:lnTo>
                    <a:pt x="154" y="140"/>
                  </a:lnTo>
                  <a:lnTo>
                    <a:pt x="102" y="0"/>
                  </a:lnTo>
                  <a:lnTo>
                    <a:pt x="0" y="17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8" name="Freeform 435"/>
            <p:cNvSpPr>
              <a:spLocks/>
            </p:cNvSpPr>
            <p:nvPr/>
          </p:nvSpPr>
          <p:spPr bwMode="auto">
            <a:xfrm>
              <a:off x="6857412" y="3874374"/>
              <a:ext cx="351852" cy="413692"/>
            </a:xfrm>
            <a:custGeom>
              <a:avLst/>
              <a:gdLst>
                <a:gd name="T0" fmla="*/ 165 w 165"/>
                <a:gd name="T1" fmla="*/ 194 h 194"/>
                <a:gd name="T2" fmla="*/ 134 w 165"/>
                <a:gd name="T3" fmla="*/ 0 h 194"/>
                <a:gd name="T4" fmla="*/ 0 w 165"/>
                <a:gd name="T5" fmla="*/ 154 h 194"/>
                <a:gd name="T6" fmla="*/ 165 w 165"/>
                <a:gd name="T7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5" h="194">
                  <a:moveTo>
                    <a:pt x="165" y="194"/>
                  </a:moveTo>
                  <a:lnTo>
                    <a:pt x="134" y="0"/>
                  </a:lnTo>
                  <a:lnTo>
                    <a:pt x="0" y="154"/>
                  </a:lnTo>
                  <a:lnTo>
                    <a:pt x="165" y="19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99" name="Freeform 436"/>
            <p:cNvSpPr>
              <a:spLocks/>
            </p:cNvSpPr>
            <p:nvPr/>
          </p:nvSpPr>
          <p:spPr bwMode="auto">
            <a:xfrm>
              <a:off x="6529017" y="4202769"/>
              <a:ext cx="328395" cy="347587"/>
            </a:xfrm>
            <a:custGeom>
              <a:avLst/>
              <a:gdLst>
                <a:gd name="T0" fmla="*/ 40 w 154"/>
                <a:gd name="T1" fmla="*/ 163 h 163"/>
                <a:gd name="T2" fmla="*/ 154 w 154"/>
                <a:gd name="T3" fmla="*/ 0 h 163"/>
                <a:gd name="T4" fmla="*/ 0 w 154"/>
                <a:gd name="T5" fmla="*/ 31 h 163"/>
                <a:gd name="T6" fmla="*/ 40 w 154"/>
                <a:gd name="T7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63">
                  <a:moveTo>
                    <a:pt x="40" y="163"/>
                  </a:moveTo>
                  <a:lnTo>
                    <a:pt x="154" y="0"/>
                  </a:lnTo>
                  <a:lnTo>
                    <a:pt x="0" y="31"/>
                  </a:lnTo>
                  <a:lnTo>
                    <a:pt x="40" y="16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0" name="Freeform 437"/>
            <p:cNvSpPr>
              <a:spLocks/>
            </p:cNvSpPr>
            <p:nvPr/>
          </p:nvSpPr>
          <p:spPr bwMode="auto">
            <a:xfrm>
              <a:off x="7143158" y="4288066"/>
              <a:ext cx="394501" cy="460606"/>
            </a:xfrm>
            <a:custGeom>
              <a:avLst/>
              <a:gdLst>
                <a:gd name="T0" fmla="*/ 185 w 185"/>
                <a:gd name="T1" fmla="*/ 216 h 216"/>
                <a:gd name="T2" fmla="*/ 0 w 185"/>
                <a:gd name="T3" fmla="*/ 190 h 216"/>
                <a:gd name="T4" fmla="*/ 31 w 185"/>
                <a:gd name="T5" fmla="*/ 0 h 216"/>
                <a:gd name="T6" fmla="*/ 185 w 185"/>
                <a:gd name="T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5" h="216">
                  <a:moveTo>
                    <a:pt x="185" y="216"/>
                  </a:moveTo>
                  <a:lnTo>
                    <a:pt x="0" y="190"/>
                  </a:lnTo>
                  <a:lnTo>
                    <a:pt x="31" y="0"/>
                  </a:lnTo>
                  <a:lnTo>
                    <a:pt x="185" y="21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1" name="Freeform 438"/>
            <p:cNvSpPr>
              <a:spLocks/>
            </p:cNvSpPr>
            <p:nvPr/>
          </p:nvSpPr>
          <p:spPr bwMode="auto">
            <a:xfrm>
              <a:off x="7143158" y="4693229"/>
              <a:ext cx="394501" cy="326263"/>
            </a:xfrm>
            <a:custGeom>
              <a:avLst/>
              <a:gdLst>
                <a:gd name="T0" fmla="*/ 64 w 185"/>
                <a:gd name="T1" fmla="*/ 153 h 153"/>
                <a:gd name="T2" fmla="*/ 0 w 185"/>
                <a:gd name="T3" fmla="*/ 0 h 153"/>
                <a:gd name="T4" fmla="*/ 185 w 185"/>
                <a:gd name="T5" fmla="*/ 26 h 153"/>
                <a:gd name="T6" fmla="*/ 64 w 185"/>
                <a:gd name="T7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5" h="153">
                  <a:moveTo>
                    <a:pt x="64" y="153"/>
                  </a:moveTo>
                  <a:lnTo>
                    <a:pt x="0" y="0"/>
                  </a:lnTo>
                  <a:lnTo>
                    <a:pt x="185" y="26"/>
                  </a:lnTo>
                  <a:lnTo>
                    <a:pt x="64" y="15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2" name="Freeform 440"/>
            <p:cNvSpPr>
              <a:spLocks/>
            </p:cNvSpPr>
            <p:nvPr/>
          </p:nvSpPr>
          <p:spPr bwMode="auto">
            <a:xfrm>
              <a:off x="6614315" y="4202769"/>
              <a:ext cx="262290" cy="443546"/>
            </a:xfrm>
            <a:custGeom>
              <a:avLst/>
              <a:gdLst>
                <a:gd name="T0" fmla="*/ 114 w 123"/>
                <a:gd name="T1" fmla="*/ 0 h 208"/>
                <a:gd name="T2" fmla="*/ 123 w 123"/>
                <a:gd name="T3" fmla="*/ 208 h 208"/>
                <a:gd name="T4" fmla="*/ 0 w 123"/>
                <a:gd name="T5" fmla="*/ 163 h 208"/>
                <a:gd name="T6" fmla="*/ 114 w 123"/>
                <a:gd name="T7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208">
                  <a:moveTo>
                    <a:pt x="114" y="0"/>
                  </a:moveTo>
                  <a:lnTo>
                    <a:pt x="123" y="208"/>
                  </a:lnTo>
                  <a:lnTo>
                    <a:pt x="0" y="163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3" name="Freeform 441"/>
            <p:cNvSpPr>
              <a:spLocks/>
            </p:cNvSpPr>
            <p:nvPr/>
          </p:nvSpPr>
          <p:spPr bwMode="auto">
            <a:xfrm>
              <a:off x="6857412" y="4202769"/>
              <a:ext cx="351852" cy="443546"/>
            </a:xfrm>
            <a:custGeom>
              <a:avLst/>
              <a:gdLst>
                <a:gd name="T0" fmla="*/ 165 w 165"/>
                <a:gd name="T1" fmla="*/ 40 h 208"/>
                <a:gd name="T2" fmla="*/ 0 w 165"/>
                <a:gd name="T3" fmla="*/ 0 h 208"/>
                <a:gd name="T4" fmla="*/ 9 w 165"/>
                <a:gd name="T5" fmla="*/ 208 h 208"/>
                <a:gd name="T6" fmla="*/ 165 w 165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5" h="208">
                  <a:moveTo>
                    <a:pt x="165" y="40"/>
                  </a:moveTo>
                  <a:lnTo>
                    <a:pt x="0" y="0"/>
                  </a:lnTo>
                  <a:lnTo>
                    <a:pt x="9" y="208"/>
                  </a:lnTo>
                  <a:lnTo>
                    <a:pt x="165" y="4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4" name="Freeform 442"/>
            <p:cNvSpPr>
              <a:spLocks/>
            </p:cNvSpPr>
            <p:nvPr/>
          </p:nvSpPr>
          <p:spPr bwMode="auto">
            <a:xfrm>
              <a:off x="6876605" y="4288066"/>
              <a:ext cx="332660" cy="405163"/>
            </a:xfrm>
            <a:custGeom>
              <a:avLst/>
              <a:gdLst>
                <a:gd name="T0" fmla="*/ 125 w 156"/>
                <a:gd name="T1" fmla="*/ 190 h 190"/>
                <a:gd name="T2" fmla="*/ 0 w 156"/>
                <a:gd name="T3" fmla="*/ 168 h 190"/>
                <a:gd name="T4" fmla="*/ 156 w 156"/>
                <a:gd name="T5" fmla="*/ 0 h 190"/>
                <a:gd name="T6" fmla="*/ 125 w 156"/>
                <a:gd name="T7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190">
                  <a:moveTo>
                    <a:pt x="125" y="190"/>
                  </a:moveTo>
                  <a:lnTo>
                    <a:pt x="0" y="168"/>
                  </a:lnTo>
                  <a:lnTo>
                    <a:pt x="156" y="0"/>
                  </a:lnTo>
                  <a:lnTo>
                    <a:pt x="125" y="19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5" name="Freeform 443"/>
            <p:cNvSpPr>
              <a:spLocks/>
            </p:cNvSpPr>
            <p:nvPr/>
          </p:nvSpPr>
          <p:spPr bwMode="auto">
            <a:xfrm>
              <a:off x="7597367" y="4782791"/>
              <a:ext cx="268687" cy="236701"/>
            </a:xfrm>
            <a:custGeom>
              <a:avLst/>
              <a:gdLst>
                <a:gd name="T0" fmla="*/ 0 w 126"/>
                <a:gd name="T1" fmla="*/ 111 h 111"/>
                <a:gd name="T2" fmla="*/ 126 w 126"/>
                <a:gd name="T3" fmla="*/ 111 h 111"/>
                <a:gd name="T4" fmla="*/ 104 w 126"/>
                <a:gd name="T5" fmla="*/ 0 h 111"/>
                <a:gd name="T6" fmla="*/ 0 w 126"/>
                <a:gd name="T7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111">
                  <a:moveTo>
                    <a:pt x="0" y="111"/>
                  </a:moveTo>
                  <a:lnTo>
                    <a:pt x="126" y="111"/>
                  </a:lnTo>
                  <a:lnTo>
                    <a:pt x="104" y="0"/>
                  </a:lnTo>
                  <a:lnTo>
                    <a:pt x="0" y="11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6" name="Freeform 444"/>
            <p:cNvSpPr>
              <a:spLocks/>
            </p:cNvSpPr>
            <p:nvPr/>
          </p:nvSpPr>
          <p:spPr bwMode="auto">
            <a:xfrm>
              <a:off x="7537659" y="4748672"/>
              <a:ext cx="281481" cy="270820"/>
            </a:xfrm>
            <a:custGeom>
              <a:avLst/>
              <a:gdLst>
                <a:gd name="T0" fmla="*/ 0 w 132"/>
                <a:gd name="T1" fmla="*/ 0 h 127"/>
                <a:gd name="T2" fmla="*/ 132 w 132"/>
                <a:gd name="T3" fmla="*/ 16 h 127"/>
                <a:gd name="T4" fmla="*/ 28 w 132"/>
                <a:gd name="T5" fmla="*/ 127 h 127"/>
                <a:gd name="T6" fmla="*/ 0 w 132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" h="127">
                  <a:moveTo>
                    <a:pt x="0" y="0"/>
                  </a:moveTo>
                  <a:lnTo>
                    <a:pt x="132" y="16"/>
                  </a:lnTo>
                  <a:lnTo>
                    <a:pt x="28" y="1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7" name="Freeform 445"/>
            <p:cNvSpPr>
              <a:spLocks/>
            </p:cNvSpPr>
            <p:nvPr/>
          </p:nvSpPr>
          <p:spPr bwMode="auto">
            <a:xfrm>
              <a:off x="7279634" y="4748672"/>
              <a:ext cx="317733" cy="270820"/>
            </a:xfrm>
            <a:custGeom>
              <a:avLst/>
              <a:gdLst>
                <a:gd name="T0" fmla="*/ 0 w 149"/>
                <a:gd name="T1" fmla="*/ 127 h 127"/>
                <a:gd name="T2" fmla="*/ 149 w 149"/>
                <a:gd name="T3" fmla="*/ 127 h 127"/>
                <a:gd name="T4" fmla="*/ 121 w 149"/>
                <a:gd name="T5" fmla="*/ 0 h 127"/>
                <a:gd name="T6" fmla="*/ 0 w 149"/>
                <a:gd name="T7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127">
                  <a:moveTo>
                    <a:pt x="0" y="127"/>
                  </a:moveTo>
                  <a:lnTo>
                    <a:pt x="149" y="127"/>
                  </a:lnTo>
                  <a:lnTo>
                    <a:pt x="121" y="0"/>
                  </a:lnTo>
                  <a:lnTo>
                    <a:pt x="0" y="12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8" name="Freeform 446"/>
            <p:cNvSpPr>
              <a:spLocks/>
            </p:cNvSpPr>
            <p:nvPr/>
          </p:nvSpPr>
          <p:spPr bwMode="auto">
            <a:xfrm>
              <a:off x="7245515" y="5019492"/>
              <a:ext cx="351852" cy="309204"/>
            </a:xfrm>
            <a:custGeom>
              <a:avLst/>
              <a:gdLst>
                <a:gd name="T0" fmla="*/ 0 w 165"/>
                <a:gd name="T1" fmla="*/ 145 h 145"/>
                <a:gd name="T2" fmla="*/ 165 w 165"/>
                <a:gd name="T3" fmla="*/ 0 h 145"/>
                <a:gd name="T4" fmla="*/ 16 w 165"/>
                <a:gd name="T5" fmla="*/ 0 h 145"/>
                <a:gd name="T6" fmla="*/ 0 w 165"/>
                <a:gd name="T7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5" h="145">
                  <a:moveTo>
                    <a:pt x="0" y="145"/>
                  </a:moveTo>
                  <a:lnTo>
                    <a:pt x="165" y="0"/>
                  </a:lnTo>
                  <a:lnTo>
                    <a:pt x="16" y="0"/>
                  </a:lnTo>
                  <a:lnTo>
                    <a:pt x="0" y="14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9" name="Freeform 447"/>
            <p:cNvSpPr>
              <a:spLocks/>
            </p:cNvSpPr>
            <p:nvPr/>
          </p:nvSpPr>
          <p:spPr bwMode="auto">
            <a:xfrm>
              <a:off x="7245515" y="5019492"/>
              <a:ext cx="351852" cy="394501"/>
            </a:xfrm>
            <a:custGeom>
              <a:avLst/>
              <a:gdLst>
                <a:gd name="T0" fmla="*/ 137 w 165"/>
                <a:gd name="T1" fmla="*/ 185 h 185"/>
                <a:gd name="T2" fmla="*/ 165 w 165"/>
                <a:gd name="T3" fmla="*/ 0 h 185"/>
                <a:gd name="T4" fmla="*/ 0 w 165"/>
                <a:gd name="T5" fmla="*/ 145 h 185"/>
                <a:gd name="T6" fmla="*/ 137 w 165"/>
                <a:gd name="T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5" h="185">
                  <a:moveTo>
                    <a:pt x="137" y="185"/>
                  </a:moveTo>
                  <a:lnTo>
                    <a:pt x="165" y="0"/>
                  </a:lnTo>
                  <a:lnTo>
                    <a:pt x="0" y="145"/>
                  </a:lnTo>
                  <a:lnTo>
                    <a:pt x="137" y="18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0" name="Freeform 448"/>
            <p:cNvSpPr>
              <a:spLocks/>
            </p:cNvSpPr>
            <p:nvPr/>
          </p:nvSpPr>
          <p:spPr bwMode="auto">
            <a:xfrm>
              <a:off x="7245515" y="5328694"/>
              <a:ext cx="292144" cy="332660"/>
            </a:xfrm>
            <a:custGeom>
              <a:avLst/>
              <a:gdLst>
                <a:gd name="T0" fmla="*/ 64 w 137"/>
                <a:gd name="T1" fmla="*/ 156 h 156"/>
                <a:gd name="T2" fmla="*/ 0 w 137"/>
                <a:gd name="T3" fmla="*/ 0 h 156"/>
                <a:gd name="T4" fmla="*/ 137 w 137"/>
                <a:gd name="T5" fmla="*/ 40 h 156"/>
                <a:gd name="T6" fmla="*/ 64 w 137"/>
                <a:gd name="T7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156">
                  <a:moveTo>
                    <a:pt x="64" y="156"/>
                  </a:moveTo>
                  <a:lnTo>
                    <a:pt x="0" y="0"/>
                  </a:lnTo>
                  <a:lnTo>
                    <a:pt x="137" y="40"/>
                  </a:lnTo>
                  <a:lnTo>
                    <a:pt x="64" y="15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1" name="Freeform 449"/>
            <p:cNvSpPr>
              <a:spLocks/>
            </p:cNvSpPr>
            <p:nvPr/>
          </p:nvSpPr>
          <p:spPr bwMode="auto">
            <a:xfrm>
              <a:off x="7381991" y="5413991"/>
              <a:ext cx="266555" cy="247362"/>
            </a:xfrm>
            <a:custGeom>
              <a:avLst/>
              <a:gdLst>
                <a:gd name="T0" fmla="*/ 125 w 125"/>
                <a:gd name="T1" fmla="*/ 95 h 116"/>
                <a:gd name="T2" fmla="*/ 73 w 125"/>
                <a:gd name="T3" fmla="*/ 0 h 116"/>
                <a:gd name="T4" fmla="*/ 0 w 125"/>
                <a:gd name="T5" fmla="*/ 116 h 116"/>
                <a:gd name="T6" fmla="*/ 125 w 125"/>
                <a:gd name="T7" fmla="*/ 9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16">
                  <a:moveTo>
                    <a:pt x="125" y="95"/>
                  </a:moveTo>
                  <a:lnTo>
                    <a:pt x="73" y="0"/>
                  </a:lnTo>
                  <a:lnTo>
                    <a:pt x="0" y="116"/>
                  </a:lnTo>
                  <a:lnTo>
                    <a:pt x="125" y="9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2" name="Freeform 450"/>
            <p:cNvSpPr>
              <a:spLocks/>
            </p:cNvSpPr>
            <p:nvPr/>
          </p:nvSpPr>
          <p:spPr bwMode="auto">
            <a:xfrm>
              <a:off x="7537659" y="5413991"/>
              <a:ext cx="236701" cy="202582"/>
            </a:xfrm>
            <a:custGeom>
              <a:avLst/>
              <a:gdLst>
                <a:gd name="T0" fmla="*/ 111 w 111"/>
                <a:gd name="T1" fmla="*/ 0 h 95"/>
                <a:gd name="T2" fmla="*/ 0 w 111"/>
                <a:gd name="T3" fmla="*/ 0 h 95"/>
                <a:gd name="T4" fmla="*/ 52 w 111"/>
                <a:gd name="T5" fmla="*/ 95 h 95"/>
                <a:gd name="T6" fmla="*/ 111 w 111"/>
                <a:gd name="T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1" h="95">
                  <a:moveTo>
                    <a:pt x="111" y="0"/>
                  </a:moveTo>
                  <a:lnTo>
                    <a:pt x="0" y="0"/>
                  </a:lnTo>
                  <a:lnTo>
                    <a:pt x="52" y="95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3" name="Freeform 451"/>
            <p:cNvSpPr>
              <a:spLocks/>
            </p:cNvSpPr>
            <p:nvPr/>
          </p:nvSpPr>
          <p:spPr bwMode="auto">
            <a:xfrm>
              <a:off x="7597367" y="5019492"/>
              <a:ext cx="268687" cy="198317"/>
            </a:xfrm>
            <a:custGeom>
              <a:avLst/>
              <a:gdLst>
                <a:gd name="T0" fmla="*/ 0 w 126"/>
                <a:gd name="T1" fmla="*/ 0 h 93"/>
                <a:gd name="T2" fmla="*/ 93 w 126"/>
                <a:gd name="T3" fmla="*/ 93 h 93"/>
                <a:gd name="T4" fmla="*/ 126 w 126"/>
                <a:gd name="T5" fmla="*/ 0 h 93"/>
                <a:gd name="T6" fmla="*/ 0 w 126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93">
                  <a:moveTo>
                    <a:pt x="0" y="0"/>
                  </a:moveTo>
                  <a:lnTo>
                    <a:pt x="93" y="93"/>
                  </a:lnTo>
                  <a:lnTo>
                    <a:pt x="12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4" name="Freeform 452"/>
            <p:cNvSpPr>
              <a:spLocks/>
            </p:cNvSpPr>
            <p:nvPr/>
          </p:nvSpPr>
          <p:spPr bwMode="auto">
            <a:xfrm>
              <a:off x="7537659" y="5019492"/>
              <a:ext cx="258025" cy="394501"/>
            </a:xfrm>
            <a:custGeom>
              <a:avLst/>
              <a:gdLst>
                <a:gd name="T0" fmla="*/ 0 w 121"/>
                <a:gd name="T1" fmla="*/ 185 h 185"/>
                <a:gd name="T2" fmla="*/ 121 w 121"/>
                <a:gd name="T3" fmla="*/ 93 h 185"/>
                <a:gd name="T4" fmla="*/ 28 w 121"/>
                <a:gd name="T5" fmla="*/ 0 h 185"/>
                <a:gd name="T6" fmla="*/ 0 w 121"/>
                <a:gd name="T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185">
                  <a:moveTo>
                    <a:pt x="0" y="185"/>
                  </a:moveTo>
                  <a:lnTo>
                    <a:pt x="121" y="93"/>
                  </a:lnTo>
                  <a:lnTo>
                    <a:pt x="28" y="0"/>
                  </a:lnTo>
                  <a:lnTo>
                    <a:pt x="0" y="185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5" name="Freeform 453"/>
            <p:cNvSpPr>
              <a:spLocks/>
            </p:cNvSpPr>
            <p:nvPr/>
          </p:nvSpPr>
          <p:spPr bwMode="auto">
            <a:xfrm>
              <a:off x="7537659" y="5217807"/>
              <a:ext cx="258025" cy="196184"/>
            </a:xfrm>
            <a:custGeom>
              <a:avLst/>
              <a:gdLst>
                <a:gd name="T0" fmla="*/ 111 w 121"/>
                <a:gd name="T1" fmla="*/ 92 h 92"/>
                <a:gd name="T2" fmla="*/ 121 w 121"/>
                <a:gd name="T3" fmla="*/ 0 h 92"/>
                <a:gd name="T4" fmla="*/ 0 w 121"/>
                <a:gd name="T5" fmla="*/ 92 h 92"/>
                <a:gd name="T6" fmla="*/ 111 w 121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92">
                  <a:moveTo>
                    <a:pt x="111" y="92"/>
                  </a:moveTo>
                  <a:lnTo>
                    <a:pt x="121" y="0"/>
                  </a:lnTo>
                  <a:lnTo>
                    <a:pt x="0" y="92"/>
                  </a:lnTo>
                  <a:lnTo>
                    <a:pt x="111" y="92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6" name="Freeform 454"/>
            <p:cNvSpPr>
              <a:spLocks/>
            </p:cNvSpPr>
            <p:nvPr/>
          </p:nvSpPr>
          <p:spPr bwMode="auto">
            <a:xfrm>
              <a:off x="9535749" y="4616461"/>
              <a:ext cx="292144" cy="191919"/>
            </a:xfrm>
            <a:custGeom>
              <a:avLst/>
              <a:gdLst>
                <a:gd name="T0" fmla="*/ 0 w 137"/>
                <a:gd name="T1" fmla="*/ 90 h 90"/>
                <a:gd name="T2" fmla="*/ 137 w 137"/>
                <a:gd name="T3" fmla="*/ 62 h 90"/>
                <a:gd name="T4" fmla="*/ 92 w 137"/>
                <a:gd name="T5" fmla="*/ 0 h 90"/>
                <a:gd name="T6" fmla="*/ 0 w 137"/>
                <a:gd name="T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90">
                  <a:moveTo>
                    <a:pt x="0" y="90"/>
                  </a:moveTo>
                  <a:lnTo>
                    <a:pt x="137" y="62"/>
                  </a:lnTo>
                  <a:lnTo>
                    <a:pt x="92" y="0"/>
                  </a:lnTo>
                  <a:lnTo>
                    <a:pt x="0" y="9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7" name="Freeform 455"/>
            <p:cNvSpPr>
              <a:spLocks/>
            </p:cNvSpPr>
            <p:nvPr/>
          </p:nvSpPr>
          <p:spPr bwMode="auto">
            <a:xfrm>
              <a:off x="9535749" y="4748672"/>
              <a:ext cx="292144" cy="155668"/>
            </a:xfrm>
            <a:custGeom>
              <a:avLst/>
              <a:gdLst>
                <a:gd name="T0" fmla="*/ 92 w 137"/>
                <a:gd name="T1" fmla="*/ 73 h 73"/>
                <a:gd name="T2" fmla="*/ 137 w 137"/>
                <a:gd name="T3" fmla="*/ 0 h 73"/>
                <a:gd name="T4" fmla="*/ 0 w 137"/>
                <a:gd name="T5" fmla="*/ 28 h 73"/>
                <a:gd name="T6" fmla="*/ 92 w 137"/>
                <a:gd name="T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73">
                  <a:moveTo>
                    <a:pt x="92" y="73"/>
                  </a:moveTo>
                  <a:lnTo>
                    <a:pt x="137" y="0"/>
                  </a:lnTo>
                  <a:lnTo>
                    <a:pt x="0" y="28"/>
                  </a:lnTo>
                  <a:lnTo>
                    <a:pt x="92" y="73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8" name="Freeform 456"/>
            <p:cNvSpPr>
              <a:spLocks/>
            </p:cNvSpPr>
            <p:nvPr/>
          </p:nvSpPr>
          <p:spPr bwMode="auto">
            <a:xfrm>
              <a:off x="10124301" y="4883016"/>
              <a:ext cx="368912" cy="136476"/>
            </a:xfrm>
            <a:custGeom>
              <a:avLst/>
              <a:gdLst>
                <a:gd name="T0" fmla="*/ 85 w 173"/>
                <a:gd name="T1" fmla="*/ 64 h 64"/>
                <a:gd name="T2" fmla="*/ 0 w 173"/>
                <a:gd name="T3" fmla="*/ 0 h 64"/>
                <a:gd name="T4" fmla="*/ 173 w 173"/>
                <a:gd name="T5" fmla="*/ 31 h 64"/>
                <a:gd name="T6" fmla="*/ 85 w 173"/>
                <a:gd name="T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64">
                  <a:moveTo>
                    <a:pt x="85" y="64"/>
                  </a:moveTo>
                  <a:lnTo>
                    <a:pt x="0" y="0"/>
                  </a:lnTo>
                  <a:lnTo>
                    <a:pt x="173" y="31"/>
                  </a:lnTo>
                  <a:lnTo>
                    <a:pt x="85" y="6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19" name="Freeform 457"/>
            <p:cNvSpPr>
              <a:spLocks/>
            </p:cNvSpPr>
            <p:nvPr/>
          </p:nvSpPr>
          <p:spPr bwMode="auto">
            <a:xfrm>
              <a:off x="10124301" y="4808380"/>
              <a:ext cx="368912" cy="140741"/>
            </a:xfrm>
            <a:custGeom>
              <a:avLst/>
              <a:gdLst>
                <a:gd name="T0" fmla="*/ 69 w 173"/>
                <a:gd name="T1" fmla="*/ 0 h 66"/>
                <a:gd name="T2" fmla="*/ 173 w 173"/>
                <a:gd name="T3" fmla="*/ 66 h 66"/>
                <a:gd name="T4" fmla="*/ 0 w 173"/>
                <a:gd name="T5" fmla="*/ 35 h 66"/>
                <a:gd name="T6" fmla="*/ 69 w 173"/>
                <a:gd name="T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66">
                  <a:moveTo>
                    <a:pt x="69" y="0"/>
                  </a:moveTo>
                  <a:lnTo>
                    <a:pt x="173" y="66"/>
                  </a:lnTo>
                  <a:lnTo>
                    <a:pt x="0" y="35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0" name="Freeform 458"/>
            <p:cNvSpPr>
              <a:spLocks/>
            </p:cNvSpPr>
            <p:nvPr/>
          </p:nvSpPr>
          <p:spPr bwMode="auto">
            <a:xfrm>
              <a:off x="9908926" y="5362813"/>
              <a:ext cx="236701" cy="268687"/>
            </a:xfrm>
            <a:custGeom>
              <a:avLst/>
              <a:gdLst>
                <a:gd name="T0" fmla="*/ 71 w 111"/>
                <a:gd name="T1" fmla="*/ 0 h 126"/>
                <a:gd name="T2" fmla="*/ 111 w 111"/>
                <a:gd name="T3" fmla="*/ 114 h 126"/>
                <a:gd name="T4" fmla="*/ 0 w 111"/>
                <a:gd name="T5" fmla="*/ 126 h 126"/>
                <a:gd name="T6" fmla="*/ 71 w 111"/>
                <a:gd name="T7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1" h="126">
                  <a:moveTo>
                    <a:pt x="71" y="0"/>
                  </a:moveTo>
                  <a:lnTo>
                    <a:pt x="111" y="114"/>
                  </a:lnTo>
                  <a:lnTo>
                    <a:pt x="0" y="126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1" name="Freeform 459"/>
            <p:cNvSpPr>
              <a:spLocks/>
            </p:cNvSpPr>
            <p:nvPr/>
          </p:nvSpPr>
          <p:spPr bwMode="auto">
            <a:xfrm>
              <a:off x="9661563" y="5362813"/>
              <a:ext cx="398766" cy="268687"/>
            </a:xfrm>
            <a:custGeom>
              <a:avLst/>
              <a:gdLst>
                <a:gd name="T0" fmla="*/ 0 w 187"/>
                <a:gd name="T1" fmla="*/ 10 h 126"/>
                <a:gd name="T2" fmla="*/ 116 w 187"/>
                <a:gd name="T3" fmla="*/ 126 h 126"/>
                <a:gd name="T4" fmla="*/ 187 w 187"/>
                <a:gd name="T5" fmla="*/ 0 h 126"/>
                <a:gd name="T6" fmla="*/ 0 w 187"/>
                <a:gd name="T7" fmla="*/ 1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7" h="126">
                  <a:moveTo>
                    <a:pt x="0" y="10"/>
                  </a:moveTo>
                  <a:lnTo>
                    <a:pt x="116" y="126"/>
                  </a:lnTo>
                  <a:lnTo>
                    <a:pt x="187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2" name="Freeform 460"/>
            <p:cNvSpPr>
              <a:spLocks/>
            </p:cNvSpPr>
            <p:nvPr/>
          </p:nvSpPr>
          <p:spPr bwMode="auto">
            <a:xfrm>
              <a:off x="9661563" y="5384137"/>
              <a:ext cx="247362" cy="313469"/>
            </a:xfrm>
            <a:custGeom>
              <a:avLst/>
              <a:gdLst>
                <a:gd name="T0" fmla="*/ 9 w 116"/>
                <a:gd name="T1" fmla="*/ 147 h 147"/>
                <a:gd name="T2" fmla="*/ 116 w 116"/>
                <a:gd name="T3" fmla="*/ 116 h 147"/>
                <a:gd name="T4" fmla="*/ 0 w 116"/>
                <a:gd name="T5" fmla="*/ 0 h 147"/>
                <a:gd name="T6" fmla="*/ 9 w 116"/>
                <a:gd name="T7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147">
                  <a:moveTo>
                    <a:pt x="9" y="147"/>
                  </a:moveTo>
                  <a:lnTo>
                    <a:pt x="116" y="116"/>
                  </a:lnTo>
                  <a:lnTo>
                    <a:pt x="0" y="0"/>
                  </a:lnTo>
                  <a:lnTo>
                    <a:pt x="9" y="147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3" name="Freeform 461"/>
            <p:cNvSpPr>
              <a:spLocks/>
            </p:cNvSpPr>
            <p:nvPr/>
          </p:nvSpPr>
          <p:spPr bwMode="auto">
            <a:xfrm>
              <a:off x="10060328" y="5362813"/>
              <a:ext cx="296409" cy="243098"/>
            </a:xfrm>
            <a:custGeom>
              <a:avLst/>
              <a:gdLst>
                <a:gd name="T0" fmla="*/ 40 w 139"/>
                <a:gd name="T1" fmla="*/ 114 h 114"/>
                <a:gd name="T2" fmla="*/ 139 w 139"/>
                <a:gd name="T3" fmla="*/ 31 h 114"/>
                <a:gd name="T4" fmla="*/ 0 w 139"/>
                <a:gd name="T5" fmla="*/ 0 h 114"/>
                <a:gd name="T6" fmla="*/ 40 w 139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14">
                  <a:moveTo>
                    <a:pt x="40" y="114"/>
                  </a:moveTo>
                  <a:lnTo>
                    <a:pt x="139" y="31"/>
                  </a:lnTo>
                  <a:lnTo>
                    <a:pt x="0" y="0"/>
                  </a:lnTo>
                  <a:lnTo>
                    <a:pt x="40" y="11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4" name="Freeform 462"/>
            <p:cNvSpPr>
              <a:spLocks/>
            </p:cNvSpPr>
            <p:nvPr/>
          </p:nvSpPr>
          <p:spPr bwMode="auto">
            <a:xfrm>
              <a:off x="10060328" y="5111186"/>
              <a:ext cx="296409" cy="317733"/>
            </a:xfrm>
            <a:custGeom>
              <a:avLst/>
              <a:gdLst>
                <a:gd name="T0" fmla="*/ 68 w 139"/>
                <a:gd name="T1" fmla="*/ 0 h 149"/>
                <a:gd name="T2" fmla="*/ 0 w 139"/>
                <a:gd name="T3" fmla="*/ 118 h 149"/>
                <a:gd name="T4" fmla="*/ 139 w 139"/>
                <a:gd name="T5" fmla="*/ 149 h 149"/>
                <a:gd name="T6" fmla="*/ 68 w 139"/>
                <a:gd name="T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49">
                  <a:moveTo>
                    <a:pt x="68" y="0"/>
                  </a:moveTo>
                  <a:lnTo>
                    <a:pt x="0" y="118"/>
                  </a:lnTo>
                  <a:lnTo>
                    <a:pt x="139" y="149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5" name="Freeform 463"/>
            <p:cNvSpPr>
              <a:spLocks/>
            </p:cNvSpPr>
            <p:nvPr/>
          </p:nvSpPr>
          <p:spPr bwMode="auto">
            <a:xfrm>
              <a:off x="9908926" y="5111186"/>
              <a:ext cx="296409" cy="251627"/>
            </a:xfrm>
            <a:custGeom>
              <a:avLst/>
              <a:gdLst>
                <a:gd name="T0" fmla="*/ 0 w 139"/>
                <a:gd name="T1" fmla="*/ 24 h 118"/>
                <a:gd name="T2" fmla="*/ 71 w 139"/>
                <a:gd name="T3" fmla="*/ 118 h 118"/>
                <a:gd name="T4" fmla="*/ 139 w 139"/>
                <a:gd name="T5" fmla="*/ 0 h 118"/>
                <a:gd name="T6" fmla="*/ 0 w 139"/>
                <a:gd name="T7" fmla="*/ 2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18">
                  <a:moveTo>
                    <a:pt x="0" y="24"/>
                  </a:moveTo>
                  <a:lnTo>
                    <a:pt x="71" y="118"/>
                  </a:lnTo>
                  <a:lnTo>
                    <a:pt x="139" y="0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6" name="Freeform 464"/>
            <p:cNvSpPr>
              <a:spLocks/>
            </p:cNvSpPr>
            <p:nvPr/>
          </p:nvSpPr>
          <p:spPr bwMode="auto">
            <a:xfrm>
              <a:off x="9661563" y="5162364"/>
              <a:ext cx="398766" cy="221773"/>
            </a:xfrm>
            <a:custGeom>
              <a:avLst/>
              <a:gdLst>
                <a:gd name="T0" fmla="*/ 0 w 187"/>
                <a:gd name="T1" fmla="*/ 104 h 104"/>
                <a:gd name="T2" fmla="*/ 187 w 187"/>
                <a:gd name="T3" fmla="*/ 94 h 104"/>
                <a:gd name="T4" fmla="*/ 116 w 187"/>
                <a:gd name="T5" fmla="*/ 0 h 104"/>
                <a:gd name="T6" fmla="*/ 0 w 187"/>
                <a:gd name="T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7" h="104">
                  <a:moveTo>
                    <a:pt x="0" y="104"/>
                  </a:moveTo>
                  <a:lnTo>
                    <a:pt x="187" y="94"/>
                  </a:lnTo>
                  <a:lnTo>
                    <a:pt x="116" y="0"/>
                  </a:lnTo>
                  <a:lnTo>
                    <a:pt x="0" y="104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7" name="Freeform 465"/>
            <p:cNvSpPr>
              <a:spLocks/>
            </p:cNvSpPr>
            <p:nvPr/>
          </p:nvSpPr>
          <p:spPr bwMode="auto">
            <a:xfrm>
              <a:off x="10145625" y="5428919"/>
              <a:ext cx="211112" cy="343323"/>
            </a:xfrm>
            <a:custGeom>
              <a:avLst/>
              <a:gdLst>
                <a:gd name="T0" fmla="*/ 99 w 99"/>
                <a:gd name="T1" fmla="*/ 161 h 161"/>
                <a:gd name="T2" fmla="*/ 99 w 99"/>
                <a:gd name="T3" fmla="*/ 0 h 161"/>
                <a:gd name="T4" fmla="*/ 0 w 99"/>
                <a:gd name="T5" fmla="*/ 83 h 161"/>
                <a:gd name="T6" fmla="*/ 99 w 99"/>
                <a:gd name="T7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61">
                  <a:moveTo>
                    <a:pt x="99" y="161"/>
                  </a:moveTo>
                  <a:lnTo>
                    <a:pt x="99" y="0"/>
                  </a:lnTo>
                  <a:lnTo>
                    <a:pt x="0" y="83"/>
                  </a:lnTo>
                  <a:lnTo>
                    <a:pt x="99" y="161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8" name="Freeform 466"/>
            <p:cNvSpPr>
              <a:spLocks/>
            </p:cNvSpPr>
            <p:nvPr/>
          </p:nvSpPr>
          <p:spPr bwMode="auto">
            <a:xfrm>
              <a:off x="10356737" y="5428919"/>
              <a:ext cx="232436" cy="343323"/>
            </a:xfrm>
            <a:custGeom>
              <a:avLst/>
              <a:gdLst>
                <a:gd name="T0" fmla="*/ 109 w 109"/>
                <a:gd name="T1" fmla="*/ 126 h 161"/>
                <a:gd name="T2" fmla="*/ 0 w 109"/>
                <a:gd name="T3" fmla="*/ 0 h 161"/>
                <a:gd name="T4" fmla="*/ 0 w 109"/>
                <a:gd name="T5" fmla="*/ 161 h 161"/>
                <a:gd name="T6" fmla="*/ 109 w 109"/>
                <a:gd name="T7" fmla="*/ 12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61">
                  <a:moveTo>
                    <a:pt x="109" y="126"/>
                  </a:moveTo>
                  <a:lnTo>
                    <a:pt x="0" y="0"/>
                  </a:lnTo>
                  <a:lnTo>
                    <a:pt x="0" y="161"/>
                  </a:lnTo>
                  <a:lnTo>
                    <a:pt x="109" y="126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9" name="Freeform 467"/>
            <p:cNvSpPr>
              <a:spLocks/>
            </p:cNvSpPr>
            <p:nvPr/>
          </p:nvSpPr>
          <p:spPr bwMode="auto">
            <a:xfrm>
              <a:off x="10356737" y="5409727"/>
              <a:ext cx="268687" cy="287879"/>
            </a:xfrm>
            <a:custGeom>
              <a:avLst/>
              <a:gdLst>
                <a:gd name="T0" fmla="*/ 126 w 126"/>
                <a:gd name="T1" fmla="*/ 0 h 135"/>
                <a:gd name="T2" fmla="*/ 109 w 126"/>
                <a:gd name="T3" fmla="*/ 135 h 135"/>
                <a:gd name="T4" fmla="*/ 0 w 126"/>
                <a:gd name="T5" fmla="*/ 9 h 135"/>
                <a:gd name="T6" fmla="*/ 126 w 126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135">
                  <a:moveTo>
                    <a:pt x="126" y="0"/>
                  </a:moveTo>
                  <a:lnTo>
                    <a:pt x="109" y="135"/>
                  </a:lnTo>
                  <a:lnTo>
                    <a:pt x="0" y="9"/>
                  </a:lnTo>
                  <a:lnTo>
                    <a:pt x="12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0" name="Freeform 468"/>
            <p:cNvSpPr>
              <a:spLocks/>
            </p:cNvSpPr>
            <p:nvPr/>
          </p:nvSpPr>
          <p:spPr bwMode="auto">
            <a:xfrm>
              <a:off x="10356737" y="5111186"/>
              <a:ext cx="268687" cy="317733"/>
            </a:xfrm>
            <a:custGeom>
              <a:avLst/>
              <a:gdLst>
                <a:gd name="T0" fmla="*/ 36 w 126"/>
                <a:gd name="T1" fmla="*/ 0 h 149"/>
                <a:gd name="T2" fmla="*/ 0 w 126"/>
                <a:gd name="T3" fmla="*/ 149 h 149"/>
                <a:gd name="T4" fmla="*/ 126 w 126"/>
                <a:gd name="T5" fmla="*/ 140 h 149"/>
                <a:gd name="T6" fmla="*/ 36 w 126"/>
                <a:gd name="T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149">
                  <a:moveTo>
                    <a:pt x="36" y="0"/>
                  </a:moveTo>
                  <a:lnTo>
                    <a:pt x="0" y="149"/>
                  </a:lnTo>
                  <a:lnTo>
                    <a:pt x="126" y="140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1" name="Freeform 469"/>
            <p:cNvSpPr>
              <a:spLocks/>
            </p:cNvSpPr>
            <p:nvPr/>
          </p:nvSpPr>
          <p:spPr bwMode="auto">
            <a:xfrm>
              <a:off x="10205333" y="5111186"/>
              <a:ext cx="228171" cy="317733"/>
            </a:xfrm>
            <a:custGeom>
              <a:avLst/>
              <a:gdLst>
                <a:gd name="T0" fmla="*/ 0 w 107"/>
                <a:gd name="T1" fmla="*/ 0 h 149"/>
                <a:gd name="T2" fmla="*/ 71 w 107"/>
                <a:gd name="T3" fmla="*/ 149 h 149"/>
                <a:gd name="T4" fmla="*/ 107 w 107"/>
                <a:gd name="T5" fmla="*/ 0 h 149"/>
                <a:gd name="T6" fmla="*/ 0 w 107"/>
                <a:gd name="T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149">
                  <a:moveTo>
                    <a:pt x="0" y="0"/>
                  </a:moveTo>
                  <a:lnTo>
                    <a:pt x="71" y="149"/>
                  </a:lnTo>
                  <a:lnTo>
                    <a:pt x="1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rgbClr val="FFFFFF"/>
              </a:solidFill>
              <a:round/>
              <a:headEnd/>
              <a:tailEnd/>
            </a:ln>
            <a:extLst/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defTabSz="514350"/>
              <a:endParaRPr lang="zh-CN" altLang="en-US" sz="1013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sp>
        <p:nvSpPr>
          <p:cNvPr id="232" name="椭圆形标注 231"/>
          <p:cNvSpPr/>
          <p:nvPr/>
        </p:nvSpPr>
        <p:spPr>
          <a:xfrm>
            <a:off x="5162952" y="1377513"/>
            <a:ext cx="1770726" cy="1705591"/>
          </a:xfrm>
          <a:prstGeom prst="wedgeEllipseCallout">
            <a:avLst>
              <a:gd name="adj1" fmla="val 1913"/>
              <a:gd name="adj2" fmla="val 67606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  <a:latin typeface="Calibri"/>
              <a:ea typeface="微软雅黑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5358642" y="1696221"/>
            <a:ext cx="1667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3600" b="1" dirty="0">
                <a:solidFill>
                  <a:prstClr val="white"/>
                </a:solidFill>
                <a:latin typeface="Calibri"/>
                <a:ea typeface="微软雅黑"/>
              </a:rPr>
              <a:t>THANK </a:t>
            </a:r>
          </a:p>
          <a:p>
            <a:pPr defTabSz="685800"/>
            <a:r>
              <a:rPr lang="en-US" altLang="zh-CN" sz="3600" b="1" dirty="0">
                <a:solidFill>
                  <a:prstClr val="white"/>
                </a:solidFill>
                <a:latin typeface="Calibri"/>
                <a:ea typeface="微软雅黑"/>
              </a:rPr>
              <a:t>YOU!</a:t>
            </a:r>
            <a:endParaRPr lang="zh-CN" altLang="en-US" sz="3600" b="1" dirty="0">
              <a:solidFill>
                <a:prstClr val="white"/>
              </a:solidFill>
              <a:latin typeface="Calibri"/>
              <a:ea typeface="微软雅黑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3688612" y="5387999"/>
            <a:ext cx="1545930" cy="207747"/>
          </a:xfrm>
          <a:prstGeom prst="rect">
            <a:avLst/>
          </a:prstGeom>
          <a:solidFill>
            <a:srgbClr val="065D88"/>
          </a:solidFill>
        </p:spPr>
        <p:txBody>
          <a:bodyPr wrap="none" lIns="68577" tIns="34289" rIns="68577" bIns="34289">
            <a:spAutoFit/>
          </a:bodyPr>
          <a:lstStyle/>
          <a:p>
            <a:pPr defTabSz="342884"/>
            <a:r>
              <a:rPr kumimoji="1" lang="en-US" altLang="zh-CN" sz="900" dirty="0">
                <a:solidFill>
                  <a:prstClr val="white"/>
                </a:solidFill>
                <a:latin typeface="Century Gothic"/>
                <a:ea typeface="微软雅黑" panose="020B0503020204020204" pitchFamily="34" charset="-122"/>
              </a:rPr>
              <a:t>PRESENTED</a:t>
            </a:r>
            <a:r>
              <a:rPr kumimoji="1" lang="zh-CN" altLang="en-US" sz="900" dirty="0">
                <a:solidFill>
                  <a:prstClr val="white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solidFill>
                  <a:prstClr val="white"/>
                </a:solidFill>
                <a:latin typeface="Century Gothic"/>
                <a:ea typeface="微软雅黑" panose="020B0503020204020204" pitchFamily="34" charset="-122"/>
              </a:rPr>
              <a:t>BY</a:t>
            </a:r>
            <a:r>
              <a:rPr kumimoji="1" lang="zh-CN" altLang="en-US" sz="900" dirty="0">
                <a:solidFill>
                  <a:prstClr val="white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 err="1">
                <a:solidFill>
                  <a:prstClr val="white"/>
                </a:solidFill>
                <a:latin typeface="Century Gothic"/>
                <a:ea typeface="微软雅黑" panose="020B0503020204020204" pitchFamily="34" charset="-122"/>
              </a:rPr>
              <a:t>OfficePLUS</a:t>
            </a:r>
            <a:endParaRPr kumimoji="1" lang="zh-CN" altLang="en-US" sz="900" dirty="0">
              <a:solidFill>
                <a:prstClr val="white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4926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自訂 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ppt/theme/theme2.xml><?xml version="1.0" encoding="utf-8"?>
<a:theme xmlns:a="http://schemas.openxmlformats.org/drawingml/2006/main" name="Office 主题">
  <a:themeElements>
    <a:clrScheme name="自定义 4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1A9ED"/>
      </a:accent1>
      <a:accent2>
        <a:srgbClr val="00B050"/>
      </a:accent2>
      <a:accent3>
        <a:srgbClr val="00206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plus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TM16401371[[fn=圖集]]</Template>
  <TotalTime>1524</TotalTime>
  <Words>103</Words>
  <Application>Microsoft Office PowerPoint</Application>
  <PresentationFormat>如螢幕大小 (4:3)</PresentationFormat>
  <Paragraphs>32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20" baseType="lpstr">
      <vt:lpstr>微软雅黑</vt:lpstr>
      <vt:lpstr>微軟正黑體</vt:lpstr>
      <vt:lpstr>新細明體</vt:lpstr>
      <vt:lpstr>Arial</vt:lpstr>
      <vt:lpstr>Calibri</vt:lpstr>
      <vt:lpstr>Calibri Light</vt:lpstr>
      <vt:lpstr>Century Gothic</vt:lpstr>
      <vt:lpstr>Segoe UI Light</vt:lpstr>
      <vt:lpstr>Wingdings</vt:lpstr>
      <vt:lpstr>Atlas</vt:lpstr>
      <vt:lpstr>Office 主题</vt:lpstr>
      <vt:lpstr>智能浴室</vt:lpstr>
      <vt:lpstr>研究方向</vt:lpstr>
      <vt:lpstr>開發背景</vt:lpstr>
      <vt:lpstr>PowerPoint 簡報</vt:lpstr>
      <vt:lpstr>開發背景</vt:lpstr>
      <vt:lpstr>PowerPoint 簡報</vt:lpstr>
      <vt:lpstr>開發背景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磁控膠囊內視鏡</dc:title>
  <dc:creator>Windows 使用者</dc:creator>
  <cp:lastModifiedBy>Windows 使用者</cp:lastModifiedBy>
  <cp:revision>18</cp:revision>
  <dcterms:created xsi:type="dcterms:W3CDTF">2018-04-09T23:06:11Z</dcterms:created>
  <dcterms:modified xsi:type="dcterms:W3CDTF">2018-06-21T03:29:10Z</dcterms:modified>
</cp:coreProperties>
</file>