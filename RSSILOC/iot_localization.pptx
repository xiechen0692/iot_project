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62755E-15AC-4335-9B03-0B35D1463E14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70917F6D-E394-4DD8-8694-F0AF1DA87A6C}">
      <dgm:prSet phldrT="[文字]" custT="1"/>
      <dgm:spPr/>
      <dgm:t>
        <a:bodyPr/>
        <a:lstStyle/>
        <a:p>
          <a:r>
            <a:rPr lang="zh-TW" altLang="en-US" sz="1400" dirty="0"/>
            <a:t>由樹梅派詢問</a:t>
          </a:r>
          <a:r>
            <a:rPr lang="en-US" altLang="zh-TW" sz="1400" dirty="0"/>
            <a:t>RSSI</a:t>
          </a:r>
          <a:r>
            <a:rPr lang="zh-TW" altLang="en-US" sz="1400" dirty="0"/>
            <a:t>值</a:t>
          </a:r>
        </a:p>
      </dgm:t>
    </dgm:pt>
    <dgm:pt modelId="{7761C8E3-E8A5-43CF-84F6-64F862E56FB7}" type="parTrans" cxnId="{A0F60DEC-F0FD-4A2B-AF59-2FEB8EB6666A}">
      <dgm:prSet/>
      <dgm:spPr/>
      <dgm:t>
        <a:bodyPr/>
        <a:lstStyle/>
        <a:p>
          <a:endParaRPr lang="zh-TW" altLang="en-US"/>
        </a:p>
      </dgm:t>
    </dgm:pt>
    <dgm:pt modelId="{921913FD-EF57-4B3F-8F07-F3E3F46B67F1}" type="sibTrans" cxnId="{A0F60DEC-F0FD-4A2B-AF59-2FEB8EB6666A}">
      <dgm:prSet/>
      <dgm:spPr/>
      <dgm:t>
        <a:bodyPr/>
        <a:lstStyle/>
        <a:p>
          <a:endParaRPr lang="zh-TW" altLang="en-US"/>
        </a:p>
      </dgm:t>
    </dgm:pt>
    <dgm:pt modelId="{DEB4959B-0223-48D2-813A-358E63ABE473}">
      <dgm:prSet phldrT="[文字]" custT="1"/>
      <dgm:spPr/>
      <dgm:t>
        <a:bodyPr/>
        <a:lstStyle/>
        <a:p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經過演算法為每個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位置挑出較佳的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一組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RSSI</a:t>
          </a: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值</a:t>
          </a:r>
        </a:p>
      </dgm:t>
    </dgm:pt>
    <dgm:pt modelId="{28E9911E-C7CA-4147-9A0E-08D87E91AE0E}" type="parTrans" cxnId="{67DEB093-1EF4-448B-9643-FD9C0467B2EE}">
      <dgm:prSet/>
      <dgm:spPr/>
      <dgm:t>
        <a:bodyPr/>
        <a:lstStyle/>
        <a:p>
          <a:endParaRPr lang="zh-TW" altLang="en-US"/>
        </a:p>
      </dgm:t>
    </dgm:pt>
    <dgm:pt modelId="{FE7A553A-B2C6-4ADE-85BD-944B85BA0C43}" type="sibTrans" cxnId="{67DEB093-1EF4-448B-9643-FD9C0467B2EE}">
      <dgm:prSet/>
      <dgm:spPr/>
      <dgm:t>
        <a:bodyPr/>
        <a:lstStyle/>
        <a:p>
          <a:endParaRPr lang="zh-TW" altLang="en-US"/>
        </a:p>
      </dgm:t>
    </dgm:pt>
    <dgm:pt modelId="{8463C144-88A8-46D6-91B8-22F50C4EDC2D}">
      <dgm:prSet phldrT="[文字]" custT="1"/>
      <dgm:spPr/>
      <dgm:t>
        <a:bodyPr/>
        <a:lstStyle/>
        <a:p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接收現場數據與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data base</a:t>
          </a: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的各組做比較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並上傳至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k8s</a:t>
          </a:r>
          <a:endParaRPr lang="zh-TW" altLang="en-US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</dgm:t>
    </dgm:pt>
    <dgm:pt modelId="{9697BB44-5DEC-48DB-87A3-034C0D2B0697}" type="parTrans" cxnId="{1D75FC6D-66BC-4C99-8070-22AC96F0D643}">
      <dgm:prSet/>
      <dgm:spPr/>
      <dgm:t>
        <a:bodyPr/>
        <a:lstStyle/>
        <a:p>
          <a:endParaRPr lang="zh-TW" altLang="en-US"/>
        </a:p>
      </dgm:t>
    </dgm:pt>
    <dgm:pt modelId="{753EC5EB-6ABB-4BEB-A0A5-17BA6AC0CC8D}" type="sibTrans" cxnId="{1D75FC6D-66BC-4C99-8070-22AC96F0D643}">
      <dgm:prSet/>
      <dgm:spPr/>
      <dgm:t>
        <a:bodyPr/>
        <a:lstStyle/>
        <a:p>
          <a:endParaRPr lang="zh-TW" altLang="en-US"/>
        </a:p>
      </dgm:t>
    </dgm:pt>
    <dgm:pt modelId="{F9D1BF84-8B74-4FA2-8D6C-3C37DBEAB42B}" type="pres">
      <dgm:prSet presAssocID="{FB62755E-15AC-4335-9B03-0B35D1463E14}" presName="rootnode" presStyleCnt="0">
        <dgm:presLayoutVars>
          <dgm:chMax/>
          <dgm:chPref/>
          <dgm:dir/>
          <dgm:animLvl val="lvl"/>
        </dgm:presLayoutVars>
      </dgm:prSet>
      <dgm:spPr/>
    </dgm:pt>
    <dgm:pt modelId="{8858A4B1-ECB8-46A3-8F0B-631356B65607}" type="pres">
      <dgm:prSet presAssocID="{70917F6D-E394-4DD8-8694-F0AF1DA87A6C}" presName="composite" presStyleCnt="0"/>
      <dgm:spPr/>
    </dgm:pt>
    <dgm:pt modelId="{DE0BA1A5-1027-489D-B73A-B4CF1114DF33}" type="pres">
      <dgm:prSet presAssocID="{70917F6D-E394-4DD8-8694-F0AF1DA87A6C}" presName="bentUpArrow1" presStyleLbl="alignImgPlace1" presStyleIdx="0" presStyleCnt="2"/>
      <dgm:spPr/>
    </dgm:pt>
    <dgm:pt modelId="{D0C456F2-37EB-429B-8F4F-B46A6F9CE433}" type="pres">
      <dgm:prSet presAssocID="{70917F6D-E394-4DD8-8694-F0AF1DA87A6C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A2A752E-4317-4F74-A5A2-DA8090F3324F}" type="pres">
      <dgm:prSet presAssocID="{70917F6D-E394-4DD8-8694-F0AF1DA87A6C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A00AA996-90E0-44C4-8BAA-E913280FBEE8}" type="pres">
      <dgm:prSet presAssocID="{921913FD-EF57-4B3F-8F07-F3E3F46B67F1}" presName="sibTrans" presStyleCnt="0"/>
      <dgm:spPr/>
    </dgm:pt>
    <dgm:pt modelId="{4D7B2FD5-E957-425B-AC68-E199DF791CE4}" type="pres">
      <dgm:prSet presAssocID="{DEB4959B-0223-48D2-813A-358E63ABE473}" presName="composite" presStyleCnt="0"/>
      <dgm:spPr/>
    </dgm:pt>
    <dgm:pt modelId="{61A5B0CF-63CE-4041-842C-99AF0BBB0AE6}" type="pres">
      <dgm:prSet presAssocID="{DEB4959B-0223-48D2-813A-358E63ABE473}" presName="bentUpArrow1" presStyleLbl="alignImgPlace1" presStyleIdx="1" presStyleCnt="2"/>
      <dgm:spPr/>
    </dgm:pt>
    <dgm:pt modelId="{F1E183EE-E01A-4829-B5A0-7B978962738E}" type="pres">
      <dgm:prSet presAssocID="{DEB4959B-0223-48D2-813A-358E63ABE473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91169EE3-9545-435D-9F44-AAA3D716B010}" type="pres">
      <dgm:prSet presAssocID="{DEB4959B-0223-48D2-813A-358E63ABE473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93BF7F86-ABCE-4B9B-A207-A0135052CF76}" type="pres">
      <dgm:prSet presAssocID="{FE7A553A-B2C6-4ADE-85BD-944B85BA0C43}" presName="sibTrans" presStyleCnt="0"/>
      <dgm:spPr/>
    </dgm:pt>
    <dgm:pt modelId="{E70BE983-9CCB-4F45-BD5A-5AFEAF97B59C}" type="pres">
      <dgm:prSet presAssocID="{8463C144-88A8-46D6-91B8-22F50C4EDC2D}" presName="composite" presStyleCnt="0"/>
      <dgm:spPr/>
    </dgm:pt>
    <dgm:pt modelId="{0F88D18C-7D48-4470-B332-16E9C9FD57DF}" type="pres">
      <dgm:prSet presAssocID="{8463C144-88A8-46D6-91B8-22F50C4EDC2D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332C310C-EBDD-4FE7-897C-BD5A1749FDB9}" type="presOf" srcId="{8463C144-88A8-46D6-91B8-22F50C4EDC2D}" destId="{0F88D18C-7D48-4470-B332-16E9C9FD57DF}" srcOrd="0" destOrd="0" presId="urn:microsoft.com/office/officeart/2005/8/layout/StepDownProcess"/>
    <dgm:cxn modelId="{B500D025-14D4-46E6-B88E-D6EDD33E6610}" type="presOf" srcId="{70917F6D-E394-4DD8-8694-F0AF1DA87A6C}" destId="{D0C456F2-37EB-429B-8F4F-B46A6F9CE433}" srcOrd="0" destOrd="0" presId="urn:microsoft.com/office/officeart/2005/8/layout/StepDownProcess"/>
    <dgm:cxn modelId="{1D75FC6D-66BC-4C99-8070-22AC96F0D643}" srcId="{FB62755E-15AC-4335-9B03-0B35D1463E14}" destId="{8463C144-88A8-46D6-91B8-22F50C4EDC2D}" srcOrd="2" destOrd="0" parTransId="{9697BB44-5DEC-48DB-87A3-034C0D2B0697}" sibTransId="{753EC5EB-6ABB-4BEB-A0A5-17BA6AC0CC8D}"/>
    <dgm:cxn modelId="{0ED5EB87-BB91-40B9-AADA-DD6C7ECA4654}" type="presOf" srcId="{DEB4959B-0223-48D2-813A-358E63ABE473}" destId="{F1E183EE-E01A-4829-B5A0-7B978962738E}" srcOrd="0" destOrd="0" presId="urn:microsoft.com/office/officeart/2005/8/layout/StepDownProcess"/>
    <dgm:cxn modelId="{67DEB093-1EF4-448B-9643-FD9C0467B2EE}" srcId="{FB62755E-15AC-4335-9B03-0B35D1463E14}" destId="{DEB4959B-0223-48D2-813A-358E63ABE473}" srcOrd="1" destOrd="0" parTransId="{28E9911E-C7CA-4147-9A0E-08D87E91AE0E}" sibTransId="{FE7A553A-B2C6-4ADE-85BD-944B85BA0C43}"/>
    <dgm:cxn modelId="{28E8F9C8-4E2D-469C-A8EA-B105A800139C}" type="presOf" srcId="{FB62755E-15AC-4335-9B03-0B35D1463E14}" destId="{F9D1BF84-8B74-4FA2-8D6C-3C37DBEAB42B}" srcOrd="0" destOrd="0" presId="urn:microsoft.com/office/officeart/2005/8/layout/StepDownProcess"/>
    <dgm:cxn modelId="{A0F60DEC-F0FD-4A2B-AF59-2FEB8EB6666A}" srcId="{FB62755E-15AC-4335-9B03-0B35D1463E14}" destId="{70917F6D-E394-4DD8-8694-F0AF1DA87A6C}" srcOrd="0" destOrd="0" parTransId="{7761C8E3-E8A5-43CF-84F6-64F862E56FB7}" sibTransId="{921913FD-EF57-4B3F-8F07-F3E3F46B67F1}"/>
    <dgm:cxn modelId="{5D658D30-2FD5-49C7-BFF0-34C478B632B2}" type="presParOf" srcId="{F9D1BF84-8B74-4FA2-8D6C-3C37DBEAB42B}" destId="{8858A4B1-ECB8-46A3-8F0B-631356B65607}" srcOrd="0" destOrd="0" presId="urn:microsoft.com/office/officeart/2005/8/layout/StepDownProcess"/>
    <dgm:cxn modelId="{E4D61EB7-6AEC-47CC-A267-E86919C26AB9}" type="presParOf" srcId="{8858A4B1-ECB8-46A3-8F0B-631356B65607}" destId="{DE0BA1A5-1027-489D-B73A-B4CF1114DF33}" srcOrd="0" destOrd="0" presId="urn:microsoft.com/office/officeart/2005/8/layout/StepDownProcess"/>
    <dgm:cxn modelId="{A05565D8-6318-453A-AA83-CF259579720F}" type="presParOf" srcId="{8858A4B1-ECB8-46A3-8F0B-631356B65607}" destId="{D0C456F2-37EB-429B-8F4F-B46A6F9CE433}" srcOrd="1" destOrd="0" presId="urn:microsoft.com/office/officeart/2005/8/layout/StepDownProcess"/>
    <dgm:cxn modelId="{4CA240F2-03FC-45C5-969E-D292D0B5EBC0}" type="presParOf" srcId="{8858A4B1-ECB8-46A3-8F0B-631356B65607}" destId="{4A2A752E-4317-4F74-A5A2-DA8090F3324F}" srcOrd="2" destOrd="0" presId="urn:microsoft.com/office/officeart/2005/8/layout/StepDownProcess"/>
    <dgm:cxn modelId="{4DF46C1A-C24D-44F7-AF17-F8E96145D64F}" type="presParOf" srcId="{F9D1BF84-8B74-4FA2-8D6C-3C37DBEAB42B}" destId="{A00AA996-90E0-44C4-8BAA-E913280FBEE8}" srcOrd="1" destOrd="0" presId="urn:microsoft.com/office/officeart/2005/8/layout/StepDownProcess"/>
    <dgm:cxn modelId="{1618B75B-1539-4796-A1D5-DAFC1F983C9B}" type="presParOf" srcId="{F9D1BF84-8B74-4FA2-8D6C-3C37DBEAB42B}" destId="{4D7B2FD5-E957-425B-AC68-E199DF791CE4}" srcOrd="2" destOrd="0" presId="urn:microsoft.com/office/officeart/2005/8/layout/StepDownProcess"/>
    <dgm:cxn modelId="{1EC2104C-2CCC-4459-AFEC-9762D41BBB68}" type="presParOf" srcId="{4D7B2FD5-E957-425B-AC68-E199DF791CE4}" destId="{61A5B0CF-63CE-4041-842C-99AF0BBB0AE6}" srcOrd="0" destOrd="0" presId="urn:microsoft.com/office/officeart/2005/8/layout/StepDownProcess"/>
    <dgm:cxn modelId="{7B434B4E-492A-4045-83E5-D01EA39F3492}" type="presParOf" srcId="{4D7B2FD5-E957-425B-AC68-E199DF791CE4}" destId="{F1E183EE-E01A-4829-B5A0-7B978962738E}" srcOrd="1" destOrd="0" presId="urn:microsoft.com/office/officeart/2005/8/layout/StepDownProcess"/>
    <dgm:cxn modelId="{6FAB6220-A348-4D64-8C26-6C35DE866359}" type="presParOf" srcId="{4D7B2FD5-E957-425B-AC68-E199DF791CE4}" destId="{91169EE3-9545-435D-9F44-AAA3D716B010}" srcOrd="2" destOrd="0" presId="urn:microsoft.com/office/officeart/2005/8/layout/StepDownProcess"/>
    <dgm:cxn modelId="{2CF9813E-2126-4822-94F1-982D58150D0A}" type="presParOf" srcId="{F9D1BF84-8B74-4FA2-8D6C-3C37DBEAB42B}" destId="{93BF7F86-ABCE-4B9B-A207-A0135052CF76}" srcOrd="3" destOrd="0" presId="urn:microsoft.com/office/officeart/2005/8/layout/StepDownProcess"/>
    <dgm:cxn modelId="{B6E7D646-0B34-4A67-80B0-76EA75329A31}" type="presParOf" srcId="{F9D1BF84-8B74-4FA2-8D6C-3C37DBEAB42B}" destId="{E70BE983-9CCB-4F45-BD5A-5AFEAF97B59C}" srcOrd="4" destOrd="0" presId="urn:microsoft.com/office/officeart/2005/8/layout/StepDownProcess"/>
    <dgm:cxn modelId="{E67F2EF5-C92C-4E5A-AAB9-2D220C6DCDA2}" type="presParOf" srcId="{E70BE983-9CCB-4F45-BD5A-5AFEAF97B59C}" destId="{0F88D18C-7D48-4470-B332-16E9C9FD57DF}" srcOrd="0" destOrd="0" presId="urn:microsoft.com/office/officeart/2005/8/layout/StepDown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BA1A5-1027-489D-B73A-B4CF1114DF33}">
      <dsp:nvSpPr>
        <dsp:cNvPr id="0" name=""/>
        <dsp:cNvSpPr/>
      </dsp:nvSpPr>
      <dsp:spPr>
        <a:xfrm rot="5400000">
          <a:off x="3112275" y="1273285"/>
          <a:ext cx="1126111" cy="12820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456F2-37EB-429B-8F4F-B46A6F9CE433}">
      <dsp:nvSpPr>
        <dsp:cNvPr id="0" name=""/>
        <dsp:cNvSpPr/>
      </dsp:nvSpPr>
      <dsp:spPr>
        <a:xfrm>
          <a:off x="2813924" y="24968"/>
          <a:ext cx="1895708" cy="132693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/>
            <a:t>由樹梅派詢問</a:t>
          </a:r>
          <a:r>
            <a:rPr lang="en-US" altLang="zh-TW" sz="1400" kern="1200" dirty="0"/>
            <a:t>RSSI</a:t>
          </a:r>
          <a:r>
            <a:rPr lang="zh-TW" altLang="en-US" sz="1400" kern="1200" dirty="0"/>
            <a:t>值</a:t>
          </a:r>
        </a:p>
      </dsp:txBody>
      <dsp:txXfrm>
        <a:off x="2878711" y="89755"/>
        <a:ext cx="1766134" cy="1197360"/>
      </dsp:txXfrm>
    </dsp:sp>
    <dsp:sp modelId="{4A2A752E-4317-4F74-A5A2-DA8090F3324F}">
      <dsp:nvSpPr>
        <dsp:cNvPr id="0" name=""/>
        <dsp:cNvSpPr/>
      </dsp:nvSpPr>
      <dsp:spPr>
        <a:xfrm>
          <a:off x="4709632" y="151522"/>
          <a:ext cx="1378757" cy="1072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A5B0CF-63CE-4041-842C-99AF0BBB0AE6}">
      <dsp:nvSpPr>
        <dsp:cNvPr id="0" name=""/>
        <dsp:cNvSpPr/>
      </dsp:nvSpPr>
      <dsp:spPr>
        <a:xfrm rot="5400000">
          <a:off x="4684018" y="2763870"/>
          <a:ext cx="1126111" cy="128203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183EE-E01A-4829-B5A0-7B978962738E}">
      <dsp:nvSpPr>
        <dsp:cNvPr id="0" name=""/>
        <dsp:cNvSpPr/>
      </dsp:nvSpPr>
      <dsp:spPr>
        <a:xfrm>
          <a:off x="4385667" y="1515553"/>
          <a:ext cx="1895708" cy="132693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經過演算法為每個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位置挑出較佳的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一組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RSSI</a:t>
          </a: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值</a:t>
          </a:r>
        </a:p>
      </dsp:txBody>
      <dsp:txXfrm>
        <a:off x="4450454" y="1580340"/>
        <a:ext cx="1766134" cy="1197360"/>
      </dsp:txXfrm>
    </dsp:sp>
    <dsp:sp modelId="{91169EE3-9545-435D-9F44-AAA3D716B010}">
      <dsp:nvSpPr>
        <dsp:cNvPr id="0" name=""/>
        <dsp:cNvSpPr/>
      </dsp:nvSpPr>
      <dsp:spPr>
        <a:xfrm>
          <a:off x="6281376" y="1642107"/>
          <a:ext cx="1378757" cy="1072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88D18C-7D48-4470-B332-16E9C9FD57DF}">
      <dsp:nvSpPr>
        <dsp:cNvPr id="0" name=""/>
        <dsp:cNvSpPr/>
      </dsp:nvSpPr>
      <dsp:spPr>
        <a:xfrm>
          <a:off x="5957411" y="3006138"/>
          <a:ext cx="1895708" cy="132693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接收現場數據與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data base</a:t>
          </a: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的各組做比較</a:t>
          </a:r>
          <a:endParaRPr lang="en-US" altLang="zh-TW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並上傳至</a:t>
          </a:r>
          <a:r>
            <a:rPr lang="en-US" altLang="zh-TW" sz="1400" kern="1200" dirty="0">
              <a:solidFill>
                <a:prstClr val="white"/>
              </a:solidFill>
              <a:latin typeface="Rockwell" panose="02060603020205020403"/>
              <a:ea typeface="新細明體" panose="02020500000000000000" pitchFamily="18" charset="-120"/>
              <a:cs typeface="+mn-cs"/>
            </a:rPr>
            <a:t>k8s</a:t>
          </a:r>
          <a:endParaRPr lang="zh-TW" altLang="en-US" sz="1400" kern="1200" dirty="0">
            <a:solidFill>
              <a:prstClr val="white"/>
            </a:solidFill>
            <a:latin typeface="Rockwell" panose="02060603020205020403"/>
            <a:ea typeface="新細明體" panose="02020500000000000000" pitchFamily="18" charset="-120"/>
            <a:cs typeface="+mn-cs"/>
          </a:endParaRPr>
        </a:p>
      </dsp:txBody>
      <dsp:txXfrm>
        <a:off x="6022198" y="3070925"/>
        <a:ext cx="1766134" cy="1197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99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13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92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620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096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15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36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739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38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247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052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A4354-4869-4E9B-8EDA-D18DE6DD88B3}" type="datetimeFigureOut">
              <a:rPr lang="zh-TW" altLang="en-US" smtClean="0"/>
              <a:t>2018/5/3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33906CB-EF54-4168-84F0-E34737C82AE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979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DACF0-A539-48C0-BF06-72CBCB86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物聯網應用系統實作 </a:t>
            </a:r>
            <a:br>
              <a:rPr lang="en-US" altLang="zh-TW" dirty="0"/>
            </a:br>
            <a:r>
              <a:rPr lang="en-US" altLang="zh-TW" dirty="0"/>
              <a:t>Unit II: LBS/IPS in Smart Logistics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478DCA-B0FF-4930-89D7-EDAE10E89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755756"/>
            <a:ext cx="3404506" cy="18016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3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組員 </a:t>
            </a:r>
            <a:endParaRPr lang="en-US" altLang="zh-CN" sz="3200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altLang="zh-CN" sz="3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R06921088</a:t>
            </a:r>
            <a:r>
              <a:rPr lang="zh-CN" altLang="en-US" sz="3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謝忱</a:t>
            </a:r>
            <a:endParaRPr lang="en-US" altLang="zh-CN" sz="3200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altLang="zh-TW" sz="3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R06921096 </a:t>
            </a:r>
            <a:r>
              <a:rPr lang="zh-CN" altLang="en-US" sz="3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嚴聲揚</a:t>
            </a:r>
            <a:endParaRPr lang="zh-TW" altLang="en-US" sz="3200" cap="all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630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DF243-3800-4900-B225-DBDED061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流程圖</a:t>
            </a:r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9E1CB0A5-4C43-4382-B767-87D5C1193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159715"/>
              </p:ext>
            </p:extLst>
          </p:nvPr>
        </p:nvGraphicFramePr>
        <p:xfrm>
          <a:off x="762478" y="1695439"/>
          <a:ext cx="10667044" cy="4358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934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03B7AF-5E9E-4309-A72D-5B6B19A2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</a:t>
            </a:r>
            <a:r>
              <a:rPr lang="zh-CN" altLang="en-US" dirty="0"/>
              <a:t>及權重優化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E271EFB-AF1D-4227-ADBA-A15399114D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8912" y="4403326"/>
            <a:ext cx="1944210" cy="1735947"/>
          </a:xfrm>
          <a:prstGeom prst="rect">
            <a:avLst/>
          </a:prstGeom>
        </p:spPr>
      </p:pic>
      <p:pic>
        <p:nvPicPr>
          <p:cNvPr id="10" name="Picture 2" descr="http://1.bp.blogspot.com/-ZW4P2D52sT4/VBFbRucp28I/AAAAAAAAAlc/n6-KIedz-HI/s1600/Multipath.jpg">
            <a:extLst>
              <a:ext uri="{FF2B5EF4-FFF2-40B4-BE49-F238E27FC236}">
                <a16:creationId xmlns:a16="http://schemas.microsoft.com/office/drawing/2014/main" id="{2C9B7079-25D1-4348-A223-327D7D2630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" t="16977" r="4244" b="5223"/>
          <a:stretch/>
        </p:blipFill>
        <p:spPr bwMode="auto">
          <a:xfrm>
            <a:off x="656948" y="3346882"/>
            <a:ext cx="4864963" cy="204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B264D6-2B34-4853-AAEA-7BC4DD4FA65C}"/>
              </a:ext>
            </a:extLst>
          </p:cNvPr>
          <p:cNvSpPr txBox="1"/>
          <p:nvPr/>
        </p:nvSpPr>
        <p:spPr>
          <a:xfrm>
            <a:off x="6292788" y="2112877"/>
            <a:ext cx="39461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在一個位置上取</a:t>
            </a:r>
            <a:r>
              <a:rPr lang="en-US" altLang="zh-TW" dirty="0"/>
              <a:t>30</a:t>
            </a:r>
            <a:r>
              <a:rPr lang="zh-CN" altLang="en-US" dirty="0"/>
              <a:t>組</a:t>
            </a:r>
            <a:r>
              <a:rPr lang="en-US" altLang="zh-CN" dirty="0"/>
              <a:t>RSSI</a:t>
            </a:r>
            <a:r>
              <a:rPr lang="zh-CN" altLang="en-US" dirty="0"/>
              <a:t>值</a:t>
            </a:r>
            <a:r>
              <a:rPr lang="en-US" altLang="zh-CN" dirty="0"/>
              <a:t>,</a:t>
            </a:r>
            <a:r>
              <a:rPr lang="zh-CN" altLang="en-US" dirty="0"/>
              <a:t>挑出最大的一組並將座標及強度值記錄下來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待實測時</a:t>
            </a:r>
            <a:r>
              <a:rPr lang="en-US" altLang="zh-CN" dirty="0"/>
              <a:t>,</a:t>
            </a:r>
            <a:r>
              <a:rPr lang="zh-CN" altLang="en-US" dirty="0"/>
              <a:t>由樹梅派詢問</a:t>
            </a:r>
            <a:r>
              <a:rPr lang="en-US" altLang="zh-CN" dirty="0"/>
              <a:t>20</a:t>
            </a:r>
            <a:r>
              <a:rPr lang="zh-CN" altLang="en-US" dirty="0"/>
              <a:t>組</a:t>
            </a:r>
            <a:r>
              <a:rPr lang="en-US" altLang="zh-CN" dirty="0"/>
              <a:t>,</a:t>
            </a:r>
            <a:r>
              <a:rPr lang="zh-CN" altLang="en-US" dirty="0"/>
              <a:t>經排序後</a:t>
            </a:r>
            <a:r>
              <a:rPr lang="en-US" altLang="zh-CN" dirty="0"/>
              <a:t>,</a:t>
            </a:r>
            <a:r>
              <a:rPr lang="zh-CN" altLang="en-US" dirty="0"/>
              <a:t>去除最大的以及劇烈變化之數據</a:t>
            </a:r>
            <a:endParaRPr lang="en-US" altLang="zh-CN" dirty="0"/>
          </a:p>
          <a:p>
            <a:endParaRPr lang="en-US" altLang="zh-CN" dirty="0"/>
          </a:p>
          <a:p>
            <a:r>
              <a:rPr lang="zh-TW" altLang="en-US" dirty="0"/>
              <a:t>最後保留</a:t>
            </a:r>
            <a:r>
              <a:rPr lang="zh-CN" altLang="en-US" dirty="0"/>
              <a:t>最大的一組並將測得之數據與資料庫之數據作權重相乘</a:t>
            </a:r>
            <a:r>
              <a:rPr lang="en-US" altLang="zh-CN" dirty="0"/>
              <a:t>,</a:t>
            </a:r>
            <a:r>
              <a:rPr lang="zh-CN" altLang="en-US" dirty="0"/>
              <a:t>取出最小平方差最小座標為輸出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FA8FB3-59FB-4683-B6CB-EA9172C58632}"/>
              </a:ext>
            </a:extLst>
          </p:cNvPr>
          <p:cNvSpPr/>
          <p:nvPr/>
        </p:nvSpPr>
        <p:spPr>
          <a:xfrm>
            <a:off x="656948" y="5530789"/>
            <a:ext cx="50395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900" dirty="0"/>
              <a:t>圖片來源</a:t>
            </a:r>
            <a:r>
              <a:rPr lang="en-US" altLang="zh-TW" sz="900" dirty="0"/>
              <a:t>:</a:t>
            </a:r>
          </a:p>
          <a:p>
            <a:r>
              <a:rPr lang="zh-TW" altLang="en-US" sz="900" dirty="0"/>
              <a:t>http://itm-components.blogspot.tw/2014/09/maximize-mimo-performance-with-dual.html</a:t>
            </a:r>
          </a:p>
        </p:txBody>
      </p:sp>
    </p:spTree>
    <p:extLst>
      <p:ext uri="{BB962C8B-B14F-4D97-AF65-F5344CB8AC3E}">
        <p14:creationId xmlns:p14="http://schemas.microsoft.com/office/powerpoint/2010/main" val="2074613770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圖庫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61</TotalTime>
  <Words>206</Words>
  <Application>Microsoft Office PowerPoint</Application>
  <PresentationFormat>寬螢幕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新細明體</vt:lpstr>
      <vt:lpstr>Arial</vt:lpstr>
      <vt:lpstr>Rockwell</vt:lpstr>
      <vt:lpstr>圖庫</vt:lpstr>
      <vt:lpstr>物聯網應用系統實作  Unit II: LBS/IPS in Smart Logistics</vt:lpstr>
      <vt:lpstr>流程圖</vt:lpstr>
      <vt:lpstr>演算法及權重優化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物聯網應用系統實作  Unit II: LBS/IPS in Smart Logistics</dc:title>
  <dc:creator>聲揚 嚴</dc:creator>
  <cp:lastModifiedBy>聲揚 嚴</cp:lastModifiedBy>
  <cp:revision>7</cp:revision>
  <dcterms:created xsi:type="dcterms:W3CDTF">2018-05-03T01:46:31Z</dcterms:created>
  <dcterms:modified xsi:type="dcterms:W3CDTF">2018-05-03T02:47:59Z</dcterms:modified>
</cp:coreProperties>
</file>